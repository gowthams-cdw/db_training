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70" r:id="rId6"/>
    <p:sldId id="272" r:id="rId7"/>
    <p:sldId id="261" r:id="rId8"/>
    <p:sldId id="262" r:id="rId9"/>
    <p:sldId id="263" r:id="rId10"/>
    <p:sldId id="264" r:id="rId11"/>
    <p:sldId id="269" r:id="rId12"/>
    <p:sldId id="271" r:id="rId1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21"/>
  </p:normalViewPr>
  <p:slideViewPr>
    <p:cSldViewPr snapToGrid="0" snapToObjects="1">
      <p:cViewPr>
        <p:scale>
          <a:sx n="145" d="100"/>
          <a:sy n="145" d="100"/>
        </p:scale>
        <p:origin x="528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3726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51BD-F1B2-3880-8A61-EA2795598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CD810-91E1-7E41-5CCE-C71FCF092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5484D-4D22-7DE1-B964-72F5D9F13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D2647-05FD-8999-8872-C84422F8B7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81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CB23-9F0F-434C-8CF9-59960D636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7DA45-DF14-16D1-F3F4-08FAA4A7B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8FBED-885C-3F1C-9D0C-F82E2CCB9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A45C1-E654-1DFB-BDB8-FD0C34D65C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80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CC90B-227C-A4AE-E3F6-C3AFA8092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F6334-9F8C-D361-C2AC-47F2631A9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37665-36F7-2356-A72E-F82C86297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48683-885D-E6E7-796D-64A7FDD309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7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371474" y="1289603"/>
            <a:ext cx="7266517" cy="1650688"/>
          </a:xfrm>
        </p:spPr>
        <p:txBody>
          <a:bodyPr wrap="square" anchor="b">
            <a:noAutofit/>
          </a:bodyPr>
          <a:lstStyle>
            <a:lvl1pPr marL="0" indent="0" algn="l">
              <a:lnSpc>
                <a:spcPct val="85000"/>
              </a:lnSpc>
              <a:defRPr sz="4050" spc="-15"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1475" y="3702450"/>
            <a:ext cx="4294655" cy="3737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spcAft>
                <a:spcPts val="150"/>
              </a:spcAft>
              <a:buFont typeface="Microsoft Sans Serif" panose="020B0604020202020204" pitchFamily="34" charset="0"/>
              <a:buChar char="​"/>
              <a:defRPr sz="1500" b="0" spc="0" baseline="0">
                <a:solidFill>
                  <a:schemeClr val="accent1"/>
                </a:solidFill>
              </a:defRPr>
            </a:lvl1pPr>
            <a:lvl2pPr marL="0" indent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900">
                <a:solidFill>
                  <a:schemeClr val="tx1">
                    <a:lumMod val="50000"/>
                  </a:schemeClr>
                </a:solidFill>
              </a:defRPr>
            </a:lvl2pPr>
            <a:lvl3pPr marL="0" indent="0">
              <a:lnSpc>
                <a:spcPct val="98000"/>
              </a:lnSpc>
              <a:spcBef>
                <a:spcPts val="0"/>
              </a:spcBef>
              <a:buFont typeface="Microsoft Sans Serif" panose="020B0604020202020204" pitchFamily="34" charset="0"/>
              <a:buChar char="​"/>
              <a:defRPr sz="900">
                <a:solidFill>
                  <a:schemeClr val="tx1"/>
                </a:solidFill>
              </a:defRPr>
            </a:lvl3pPr>
            <a:lvl4pPr marL="0" indent="0">
              <a:lnSpc>
                <a:spcPct val="98000"/>
              </a:lnSpc>
              <a:spcBef>
                <a:spcPts val="0"/>
              </a:spcBef>
              <a:buFont typeface="Microsoft Sans Serif" panose="020B0604020202020204" pitchFamily="34" charset="0"/>
              <a:buChar char="​"/>
              <a:defRPr sz="1350" baseline="0">
                <a:solidFill>
                  <a:schemeClr val="bg1"/>
                </a:solidFill>
              </a:defRPr>
            </a:lvl4pPr>
            <a:lvl5pPr>
              <a:lnSpc>
                <a:spcPct val="98000"/>
              </a:lnSpc>
              <a:spcBef>
                <a:spcPts val="0"/>
              </a:spcBef>
              <a:defRPr sz="1350">
                <a:solidFill>
                  <a:schemeClr val="bg1"/>
                </a:solidFill>
              </a:defRPr>
            </a:lvl5pPr>
            <a:lvl6pPr>
              <a:lnSpc>
                <a:spcPct val="98000"/>
              </a:lnSpc>
              <a:spcBef>
                <a:spcPts val="0"/>
              </a:spcBef>
              <a:defRPr sz="1350">
                <a:solidFill>
                  <a:schemeClr val="bg1"/>
                </a:solidFill>
              </a:defRPr>
            </a:lvl6pPr>
            <a:lvl7pPr>
              <a:lnSpc>
                <a:spcPct val="98000"/>
              </a:lnSpc>
              <a:spcBef>
                <a:spcPts val="0"/>
              </a:spcBef>
              <a:defRPr sz="1350" baseline="0">
                <a:solidFill>
                  <a:schemeClr val="bg1"/>
                </a:solidFill>
              </a:defRPr>
            </a:lvl7pPr>
            <a:lvl8pPr>
              <a:lnSpc>
                <a:spcPct val="98000"/>
              </a:lnSpc>
              <a:spcBef>
                <a:spcPts val="0"/>
              </a:spcBef>
              <a:defRPr sz="1350" baseline="0">
                <a:solidFill>
                  <a:schemeClr val="bg1"/>
                </a:solidFill>
              </a:defRPr>
            </a:lvl8pPr>
            <a:lvl9pPr>
              <a:lnSpc>
                <a:spcPct val="98000"/>
              </a:lnSpc>
              <a:spcBef>
                <a:spcPts val="0"/>
              </a:spcBef>
              <a:defRPr sz="1350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Speaker Name</a:t>
            </a:r>
          </a:p>
          <a:p>
            <a:pPr lvl="1"/>
            <a:r>
              <a:rPr lang="en-US"/>
              <a:t>Speaker Title, Company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4B73436-F9A5-4201-8676-5BB147532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6591" y="4265042"/>
            <a:ext cx="1953024" cy="198882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900" b="0">
                <a:solidFill>
                  <a:schemeClr val="tx1">
                    <a:lumMod val="50000"/>
                  </a:schemeClr>
                </a:solidFill>
              </a:defRPr>
            </a:lvl1pPr>
            <a:lvl2pPr marL="0" indent="0">
              <a:lnSpc>
                <a:spcPct val="98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98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98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98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195F1B81-B60F-D398-5660-C3AC44B7A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3070384"/>
            <a:ext cx="5005388" cy="194477"/>
          </a:xfrm>
        </p:spPr>
        <p:txBody>
          <a:bodyPr wrap="square">
            <a:sp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40350C6D-3645-DB93-C08E-156F5BBB5775}"/>
              </a:ext>
            </a:extLst>
          </p:cNvPr>
          <p:cNvSpPr/>
          <p:nvPr/>
        </p:nvSpPr>
        <p:spPr>
          <a:xfrm rot="11710082" flipH="1" flipV="1">
            <a:off x="6870579" y="100743"/>
            <a:ext cx="2498374" cy="1386844"/>
          </a:xfrm>
          <a:custGeom>
            <a:avLst/>
            <a:gdLst>
              <a:gd name="connsiteX0" fmla="*/ 0 w 3331165"/>
              <a:gd name="connsiteY0" fmla="*/ 278987 h 1849125"/>
              <a:gd name="connsiteX1" fmla="*/ 1029111 w 3331165"/>
              <a:gd name="connsiteY1" fmla="*/ 0 h 1849125"/>
              <a:gd name="connsiteX2" fmla="*/ 1014113 w 3331165"/>
              <a:gd name="connsiteY2" fmla="*/ 63551 h 1849125"/>
              <a:gd name="connsiteX3" fmla="*/ 1035326 w 3331165"/>
              <a:gd name="connsiteY3" fmla="*/ 480539 h 1849125"/>
              <a:gd name="connsiteX4" fmla="*/ 3125258 w 3331165"/>
              <a:gd name="connsiteY4" fmla="*/ 1648111 h 1849125"/>
              <a:gd name="connsiteX5" fmla="*/ 3280388 w 3331165"/>
              <a:gd name="connsiteY5" fmla="*/ 1661822 h 1849125"/>
              <a:gd name="connsiteX6" fmla="*/ 3331165 w 3331165"/>
              <a:gd name="connsiteY6" fmla="*/ 1849125 h 1849125"/>
              <a:gd name="connsiteX7" fmla="*/ 2967053 w 3331165"/>
              <a:gd name="connsiteY7" fmla="*/ 1838617 h 1849125"/>
              <a:gd name="connsiteX8" fmla="*/ 32359 w 3331165"/>
              <a:gd name="connsiteY8" fmla="*/ 496802 h 1849125"/>
              <a:gd name="connsiteX9" fmla="*/ 2091 w 3331165"/>
              <a:gd name="connsiteY9" fmla="*/ 338804 h 1849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31165" h="1849125">
                <a:moveTo>
                  <a:pt x="0" y="278987"/>
                </a:moveTo>
                <a:lnTo>
                  <a:pt x="1029111" y="0"/>
                </a:lnTo>
                <a:lnTo>
                  <a:pt x="1014113" y="63551"/>
                </a:lnTo>
                <a:cubicBezTo>
                  <a:pt x="991086" y="203124"/>
                  <a:pt x="997829" y="342810"/>
                  <a:pt x="1035326" y="480539"/>
                </a:cubicBezTo>
                <a:cubicBezTo>
                  <a:pt x="1202375" y="1093968"/>
                  <a:pt x="1997173" y="1516190"/>
                  <a:pt x="3125258" y="1648111"/>
                </a:cubicBezTo>
                <a:lnTo>
                  <a:pt x="3280388" y="1661822"/>
                </a:lnTo>
                <a:lnTo>
                  <a:pt x="3331165" y="1849125"/>
                </a:lnTo>
                <a:lnTo>
                  <a:pt x="2967053" y="1838617"/>
                </a:lnTo>
                <a:cubicBezTo>
                  <a:pt x="1413975" y="1755366"/>
                  <a:pt x="241199" y="1263890"/>
                  <a:pt x="32359" y="496802"/>
                </a:cubicBezTo>
                <a:cubicBezTo>
                  <a:pt x="18102" y="444446"/>
                  <a:pt x="8039" y="391747"/>
                  <a:pt x="2091" y="338804"/>
                </a:cubicBezTo>
                <a:close/>
              </a:path>
            </a:pathLst>
          </a:custGeom>
          <a:solidFill>
            <a:schemeClr val="tx2"/>
          </a:solidFill>
          <a:ln w="404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sz="135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590DC85A-D47A-4779-792E-56145709A857}"/>
              </a:ext>
            </a:extLst>
          </p:cNvPr>
          <p:cNvSpPr/>
          <p:nvPr/>
        </p:nvSpPr>
        <p:spPr>
          <a:xfrm rot="20478369" flipH="1">
            <a:off x="3368799" y="3563511"/>
            <a:ext cx="5926346" cy="956523"/>
          </a:xfrm>
          <a:custGeom>
            <a:avLst/>
            <a:gdLst>
              <a:gd name="connsiteX0" fmla="*/ 0 w 7901794"/>
              <a:gd name="connsiteY0" fmla="*/ 659221 h 1275364"/>
              <a:gd name="connsiteX1" fmla="*/ 208479 w 7901794"/>
              <a:gd name="connsiteY1" fmla="*/ 1275364 h 1275364"/>
              <a:gd name="connsiteX2" fmla="*/ 282497 w 7901794"/>
              <a:gd name="connsiteY2" fmla="*/ 1245434 h 1275364"/>
              <a:gd name="connsiteX3" fmla="*/ 2338325 w 7901794"/>
              <a:gd name="connsiteY3" fmla="*/ 687491 h 1275364"/>
              <a:gd name="connsiteX4" fmla="*/ 7177490 w 7901794"/>
              <a:gd name="connsiteY4" fmla="*/ 896997 h 1275364"/>
              <a:gd name="connsiteX5" fmla="*/ 7440274 w 7901794"/>
              <a:gd name="connsiteY5" fmla="*/ 1007793 h 1275364"/>
              <a:gd name="connsiteX6" fmla="*/ 7901794 w 7901794"/>
              <a:gd name="connsiteY6" fmla="*/ 851632 h 1275364"/>
              <a:gd name="connsiteX7" fmla="*/ 7899852 w 7901794"/>
              <a:gd name="connsiteY7" fmla="*/ 850253 h 1275364"/>
              <a:gd name="connsiteX8" fmla="*/ 1805131 w 7901794"/>
              <a:gd name="connsiteY8" fmla="*/ 210056 h 1275364"/>
              <a:gd name="connsiteX9" fmla="*/ 557241 w 7901794"/>
              <a:gd name="connsiteY9" fmla="*/ 492785 h 1275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01794" h="1275364">
                <a:moveTo>
                  <a:pt x="0" y="659221"/>
                </a:moveTo>
                <a:lnTo>
                  <a:pt x="208479" y="1275364"/>
                </a:lnTo>
                <a:lnTo>
                  <a:pt x="282497" y="1245434"/>
                </a:lnTo>
                <a:cubicBezTo>
                  <a:pt x="896977" y="1011981"/>
                  <a:pt x="1590854" y="820009"/>
                  <a:pt x="2338325" y="687491"/>
                </a:cubicBezTo>
                <a:cubicBezTo>
                  <a:pt x="4195466" y="358234"/>
                  <a:pt x="6000030" y="460829"/>
                  <a:pt x="7177490" y="896997"/>
                </a:cubicBezTo>
                <a:lnTo>
                  <a:pt x="7440274" y="1007793"/>
                </a:lnTo>
                <a:lnTo>
                  <a:pt x="7901794" y="851632"/>
                </a:lnTo>
                <a:lnTo>
                  <a:pt x="7899852" y="850253"/>
                </a:lnTo>
                <a:cubicBezTo>
                  <a:pt x="6706773" y="58589"/>
                  <a:pt x="4338654" y="-239104"/>
                  <a:pt x="1805131" y="210056"/>
                </a:cubicBezTo>
                <a:cubicBezTo>
                  <a:pt x="1384255" y="284667"/>
                  <a:pt x="961494" y="381675"/>
                  <a:pt x="557241" y="492785"/>
                </a:cubicBezTo>
                <a:close/>
              </a:path>
            </a:pathLst>
          </a:custGeom>
          <a:solidFill>
            <a:schemeClr val="accent1"/>
          </a:solidFill>
          <a:ln w="404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sz="1350"/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288DEFF3-921F-A5D0-F52B-898AFF6300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591" y="428625"/>
            <a:ext cx="978619" cy="52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5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371475" y="1289603"/>
            <a:ext cx="4065363" cy="1650688"/>
          </a:xfrm>
        </p:spPr>
        <p:txBody>
          <a:bodyPr wrap="square" anchor="b">
            <a:noAutofit/>
          </a:bodyPr>
          <a:lstStyle>
            <a:lvl1pPr marL="0" indent="0" algn="l">
              <a:lnSpc>
                <a:spcPct val="85000"/>
              </a:lnSpc>
              <a:defRPr sz="3300" spc="-15"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1475" y="3702450"/>
            <a:ext cx="3862594" cy="3737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spcAft>
                <a:spcPts val="150"/>
              </a:spcAft>
              <a:buFont typeface="Microsoft Sans Serif" panose="020B0604020202020204" pitchFamily="34" charset="0"/>
              <a:buChar char="​"/>
              <a:defRPr sz="1500" b="0" spc="0" baseline="0">
                <a:solidFill>
                  <a:schemeClr val="accent1"/>
                </a:solidFill>
              </a:defRPr>
            </a:lvl1pPr>
            <a:lvl2pPr marL="0" indent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900">
                <a:solidFill>
                  <a:schemeClr val="tx1">
                    <a:lumMod val="50000"/>
                  </a:schemeClr>
                </a:solidFill>
                <a:latin typeface="+mn-lt"/>
              </a:defRPr>
            </a:lvl2pPr>
            <a:lvl3pPr marL="0" indent="0">
              <a:lnSpc>
                <a:spcPct val="98000"/>
              </a:lnSpc>
              <a:spcBef>
                <a:spcPts val="0"/>
              </a:spcBef>
              <a:buFont typeface="Microsoft Sans Serif" panose="020B0604020202020204" pitchFamily="34" charset="0"/>
              <a:buChar char="​"/>
              <a:defRPr sz="900">
                <a:solidFill>
                  <a:schemeClr val="tx1"/>
                </a:solidFill>
              </a:defRPr>
            </a:lvl3pPr>
            <a:lvl4pPr marL="0" indent="0">
              <a:lnSpc>
                <a:spcPct val="98000"/>
              </a:lnSpc>
              <a:spcBef>
                <a:spcPts val="0"/>
              </a:spcBef>
              <a:buFont typeface="Microsoft Sans Serif" panose="020B0604020202020204" pitchFamily="34" charset="0"/>
              <a:buChar char="​"/>
              <a:defRPr sz="1350" baseline="0">
                <a:solidFill>
                  <a:schemeClr val="bg1"/>
                </a:solidFill>
              </a:defRPr>
            </a:lvl4pPr>
            <a:lvl5pPr>
              <a:lnSpc>
                <a:spcPct val="98000"/>
              </a:lnSpc>
              <a:spcBef>
                <a:spcPts val="0"/>
              </a:spcBef>
              <a:defRPr sz="1350">
                <a:solidFill>
                  <a:schemeClr val="bg1"/>
                </a:solidFill>
              </a:defRPr>
            </a:lvl5pPr>
            <a:lvl6pPr>
              <a:lnSpc>
                <a:spcPct val="98000"/>
              </a:lnSpc>
              <a:spcBef>
                <a:spcPts val="0"/>
              </a:spcBef>
              <a:defRPr sz="1350">
                <a:solidFill>
                  <a:schemeClr val="bg1"/>
                </a:solidFill>
              </a:defRPr>
            </a:lvl6pPr>
            <a:lvl7pPr>
              <a:lnSpc>
                <a:spcPct val="98000"/>
              </a:lnSpc>
              <a:spcBef>
                <a:spcPts val="0"/>
              </a:spcBef>
              <a:defRPr sz="1350" baseline="0">
                <a:solidFill>
                  <a:schemeClr val="bg1"/>
                </a:solidFill>
              </a:defRPr>
            </a:lvl7pPr>
            <a:lvl8pPr>
              <a:lnSpc>
                <a:spcPct val="98000"/>
              </a:lnSpc>
              <a:spcBef>
                <a:spcPts val="0"/>
              </a:spcBef>
              <a:defRPr sz="1350" baseline="0">
                <a:solidFill>
                  <a:schemeClr val="bg1"/>
                </a:solidFill>
              </a:defRPr>
            </a:lvl8pPr>
            <a:lvl9pPr>
              <a:lnSpc>
                <a:spcPct val="98000"/>
              </a:lnSpc>
              <a:spcBef>
                <a:spcPts val="0"/>
              </a:spcBef>
              <a:defRPr sz="1350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Speaker Name</a:t>
            </a:r>
          </a:p>
          <a:p>
            <a:pPr lvl="1"/>
            <a:r>
              <a:rPr lang="en-US"/>
              <a:t>Speaker Title, Company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4B73436-F9A5-4201-8676-5BB147532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6591" y="4265042"/>
            <a:ext cx="1953024" cy="198882"/>
          </a:xfrm>
        </p:spPr>
        <p:txBody>
          <a:bodyPr/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900" b="0">
                <a:solidFill>
                  <a:schemeClr val="tx1">
                    <a:lumMod val="50000"/>
                  </a:schemeClr>
                </a:solidFill>
              </a:defRPr>
            </a:lvl1pPr>
            <a:lvl2pPr marL="0" indent="0">
              <a:lnSpc>
                <a:spcPct val="98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98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98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98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195F1B81-B60F-D398-5660-C3AC44B7A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3070384"/>
            <a:ext cx="4065362" cy="194477"/>
          </a:xfrm>
        </p:spPr>
        <p:txBody>
          <a:bodyPr wrap="square">
            <a:sp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E906581-2584-8653-2F7B-DE241AB863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591" y="428625"/>
            <a:ext cx="978619" cy="523616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5B1622A-3479-5937-5222-DEAEA00B92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80974" y="0"/>
            <a:ext cx="4863026" cy="5143500"/>
          </a:xfrm>
          <a:custGeom>
            <a:avLst/>
            <a:gdLst>
              <a:gd name="connsiteX0" fmla="*/ 533274 w 6484034"/>
              <a:gd name="connsiteY0" fmla="*/ 0 h 6858000"/>
              <a:gd name="connsiteX1" fmla="*/ 5193714 w 6484034"/>
              <a:gd name="connsiteY1" fmla="*/ 0 h 6858000"/>
              <a:gd name="connsiteX2" fmla="*/ 5961593 w 6484034"/>
              <a:gd name="connsiteY2" fmla="*/ 0 h 6858000"/>
              <a:gd name="connsiteX3" fmla="*/ 6484034 w 6484034"/>
              <a:gd name="connsiteY3" fmla="*/ 0 h 6858000"/>
              <a:gd name="connsiteX4" fmla="*/ 6484034 w 6484034"/>
              <a:gd name="connsiteY4" fmla="*/ 6858000 h 6858000"/>
              <a:gd name="connsiteX5" fmla="*/ 5961593 w 6484034"/>
              <a:gd name="connsiteY5" fmla="*/ 6858000 h 6858000"/>
              <a:gd name="connsiteX6" fmla="*/ 5193714 w 6484034"/>
              <a:gd name="connsiteY6" fmla="*/ 6858000 h 6858000"/>
              <a:gd name="connsiteX7" fmla="*/ 0 w 6484034"/>
              <a:gd name="connsiteY7" fmla="*/ 6858000 h 6858000"/>
              <a:gd name="connsiteX8" fmla="*/ 533274 w 6484034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4034" h="6858000">
                <a:moveTo>
                  <a:pt x="533274" y="0"/>
                </a:moveTo>
                <a:lnTo>
                  <a:pt x="5193714" y="0"/>
                </a:lnTo>
                <a:lnTo>
                  <a:pt x="5961593" y="0"/>
                </a:lnTo>
                <a:lnTo>
                  <a:pt x="6484034" y="0"/>
                </a:lnTo>
                <a:lnTo>
                  <a:pt x="6484034" y="6858000"/>
                </a:lnTo>
                <a:lnTo>
                  <a:pt x="5961593" y="6858000"/>
                </a:lnTo>
                <a:lnTo>
                  <a:pt x="5193714" y="6858000"/>
                </a:lnTo>
                <a:lnTo>
                  <a:pt x="0" y="6858000"/>
                </a:lnTo>
                <a:cubicBezTo>
                  <a:pt x="1184934" y="4414393"/>
                  <a:pt x="1396123" y="2059369"/>
                  <a:pt x="53327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Please only use images</a:t>
            </a:r>
            <a:br>
              <a:rPr lang="en-US"/>
            </a:br>
            <a:r>
              <a:rPr lang="en-US"/>
              <a:t>approved by the CDW brand team</a:t>
            </a:r>
          </a:p>
        </p:txBody>
      </p:sp>
    </p:spTree>
    <p:extLst>
      <p:ext uri="{BB962C8B-B14F-4D97-AF65-F5344CB8AC3E}">
        <p14:creationId xmlns:p14="http://schemas.microsoft.com/office/powerpoint/2010/main" val="105661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D05B3AC-9BA2-C4E1-D4A3-4149CA1D99A7}"/>
              </a:ext>
            </a:extLst>
          </p:cNvPr>
          <p:cNvSpPr/>
          <p:nvPr/>
        </p:nvSpPr>
        <p:spPr>
          <a:xfrm>
            <a:off x="0" y="-3572"/>
            <a:ext cx="233861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EE5D4E2-5D14-5A13-0066-8B68DE3E951D}"/>
              </a:ext>
            </a:extLst>
          </p:cNvPr>
          <p:cNvSpPr/>
          <p:nvPr/>
        </p:nvSpPr>
        <p:spPr>
          <a:xfrm>
            <a:off x="-1" y="0"/>
            <a:ext cx="2338619" cy="5143500"/>
          </a:xfrm>
          <a:custGeom>
            <a:avLst/>
            <a:gdLst>
              <a:gd name="connsiteX0" fmla="*/ 1730062 w 3118158"/>
              <a:gd name="connsiteY0" fmla="*/ 0 h 6858000"/>
              <a:gd name="connsiteX1" fmla="*/ 3118158 w 3118158"/>
              <a:gd name="connsiteY1" fmla="*/ 0 h 6858000"/>
              <a:gd name="connsiteX2" fmla="*/ 3118158 w 3118158"/>
              <a:gd name="connsiteY2" fmla="*/ 6858000 h 6858000"/>
              <a:gd name="connsiteX3" fmla="*/ 0 w 3118158"/>
              <a:gd name="connsiteY3" fmla="*/ 6858000 h 6858000"/>
              <a:gd name="connsiteX4" fmla="*/ 0 w 3118158"/>
              <a:gd name="connsiteY4" fmla="*/ 2126742 h 6858000"/>
              <a:gd name="connsiteX5" fmla="*/ 279065 w 3118158"/>
              <a:gd name="connsiteY5" fmla="*/ 1731917 h 6858000"/>
              <a:gd name="connsiteX6" fmla="*/ 1683487 w 3118158"/>
              <a:gd name="connsiteY6" fmla="*/ 4825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18158" h="6858000">
                <a:moveTo>
                  <a:pt x="1730062" y="0"/>
                </a:moveTo>
                <a:lnTo>
                  <a:pt x="3118158" y="0"/>
                </a:lnTo>
                <a:lnTo>
                  <a:pt x="3118158" y="6858000"/>
                </a:lnTo>
                <a:lnTo>
                  <a:pt x="0" y="6858000"/>
                </a:lnTo>
                <a:lnTo>
                  <a:pt x="0" y="2126742"/>
                </a:lnTo>
                <a:lnTo>
                  <a:pt x="279065" y="1731917"/>
                </a:lnTo>
                <a:cubicBezTo>
                  <a:pt x="692846" y="1166116"/>
                  <a:pt x="1162679" y="600111"/>
                  <a:pt x="1683487" y="482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" name="Text Placeholder 64">
            <a:extLst>
              <a:ext uri="{FF2B5EF4-FFF2-40B4-BE49-F238E27FC236}">
                <a16:creationId xmlns:a16="http://schemas.microsoft.com/office/drawing/2014/main" id="{0782387D-59C1-53AE-342D-E776646BCF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9252" y="731084"/>
            <a:ext cx="277830" cy="228600"/>
          </a:xfrm>
        </p:spPr>
        <p:txBody>
          <a:bodyPr anchor="b"/>
          <a:lstStyle>
            <a:lvl1pPr marL="0" indent="0" algn="r">
              <a:buNone/>
              <a:defRPr sz="1575">
                <a:solidFill>
                  <a:schemeClr val="accent1"/>
                </a:solidFill>
                <a:latin typeface="+mn-lt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0" name="Text Placeholder 64">
            <a:extLst>
              <a:ext uri="{FF2B5EF4-FFF2-40B4-BE49-F238E27FC236}">
                <a16:creationId xmlns:a16="http://schemas.microsoft.com/office/drawing/2014/main" id="{D186207D-96E3-1BCF-FB67-29014C3AB0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38381" y="731084"/>
            <a:ext cx="1968839" cy="228600"/>
          </a:xfrm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575" b="1" i="0">
                <a:solidFill>
                  <a:schemeClr val="tx1">
                    <a:lumMod val="50000"/>
                  </a:schemeClr>
                </a:solidFill>
                <a:latin typeface="+mj-lt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name</a:t>
            </a:r>
          </a:p>
        </p:txBody>
      </p:sp>
      <p:sp>
        <p:nvSpPr>
          <p:cNvPr id="21" name="Text Placeholder 64">
            <a:extLst>
              <a:ext uri="{FF2B5EF4-FFF2-40B4-BE49-F238E27FC236}">
                <a16:creationId xmlns:a16="http://schemas.microsoft.com/office/drawing/2014/main" id="{088AFC80-AC10-25DD-82A2-A35A253901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9252" y="2071273"/>
            <a:ext cx="277830" cy="228600"/>
          </a:xfrm>
        </p:spPr>
        <p:txBody>
          <a:bodyPr anchor="b"/>
          <a:lstStyle>
            <a:lvl1pPr marL="0" indent="0" algn="r">
              <a:buNone/>
              <a:defRPr sz="1575">
                <a:solidFill>
                  <a:schemeClr val="accent1"/>
                </a:solidFill>
                <a:latin typeface="+mn-lt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2" name="Text Placeholder 64">
            <a:extLst>
              <a:ext uri="{FF2B5EF4-FFF2-40B4-BE49-F238E27FC236}">
                <a16:creationId xmlns:a16="http://schemas.microsoft.com/office/drawing/2014/main" id="{8CD02723-845D-B8B3-1AE1-77EC03B1F4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381" y="2079999"/>
            <a:ext cx="1968839" cy="228600"/>
          </a:xfrm>
        </p:spPr>
        <p:txBody>
          <a:bodyPr anchor="b"/>
          <a:lstStyle>
            <a:lvl1pPr marL="0" indent="0" algn="l">
              <a:buNone/>
              <a:defRPr lang="en-US" sz="1575" b="1" i="0" kern="1200" baseline="0" dirty="0">
                <a:solidFill>
                  <a:schemeClr val="tx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marL="0" lvl="0" indent="0" algn="l" defTabSz="685800" rtl="0" eaLnBrk="1" latinLnBrk="0" hangingPunct="1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None/>
            </a:pPr>
            <a:r>
              <a:rPr lang="en-US"/>
              <a:t>Section name</a:t>
            </a:r>
          </a:p>
        </p:txBody>
      </p:sp>
      <p:sp>
        <p:nvSpPr>
          <p:cNvPr id="23" name="Text Placeholder 64">
            <a:extLst>
              <a:ext uri="{FF2B5EF4-FFF2-40B4-BE49-F238E27FC236}">
                <a16:creationId xmlns:a16="http://schemas.microsoft.com/office/drawing/2014/main" id="{4F6CC98A-2D87-68AD-19EB-71ED794C9B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252" y="3416698"/>
            <a:ext cx="277830" cy="228600"/>
          </a:xfrm>
        </p:spPr>
        <p:txBody>
          <a:bodyPr anchor="b"/>
          <a:lstStyle>
            <a:lvl1pPr marL="0" indent="0" algn="r">
              <a:buNone/>
              <a:defRPr sz="1575">
                <a:solidFill>
                  <a:schemeClr val="accent1"/>
                </a:solidFill>
                <a:latin typeface="+mn-lt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4" name="Text Placeholder 64">
            <a:extLst>
              <a:ext uri="{FF2B5EF4-FFF2-40B4-BE49-F238E27FC236}">
                <a16:creationId xmlns:a16="http://schemas.microsoft.com/office/drawing/2014/main" id="{C6A25A2E-ABDC-2DA2-C50E-106C7D6281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8381" y="3416698"/>
            <a:ext cx="1968839" cy="228600"/>
          </a:xfrm>
        </p:spPr>
        <p:txBody>
          <a:bodyPr anchor="b"/>
          <a:lstStyle>
            <a:lvl1pPr marL="0" indent="0" algn="l">
              <a:buNone/>
              <a:defRPr lang="en-US" sz="1575" b="1" i="0" kern="1200" baseline="0" dirty="0">
                <a:solidFill>
                  <a:schemeClr val="tx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marL="0" lvl="0" indent="0" algn="l" defTabSz="685800" rtl="0" eaLnBrk="1" latinLnBrk="0" hangingPunct="1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None/>
            </a:pPr>
            <a:r>
              <a:rPr lang="en-US"/>
              <a:t>Section name</a:t>
            </a:r>
          </a:p>
        </p:txBody>
      </p:sp>
      <p:sp>
        <p:nvSpPr>
          <p:cNvPr id="25" name="Text Placeholder 64">
            <a:extLst>
              <a:ext uri="{FF2B5EF4-FFF2-40B4-BE49-F238E27FC236}">
                <a16:creationId xmlns:a16="http://schemas.microsoft.com/office/drawing/2014/main" id="{79A0D7FF-00F8-E3AC-97F1-B0F29657B4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47625" y="731084"/>
            <a:ext cx="277830" cy="228600"/>
          </a:xfrm>
        </p:spPr>
        <p:txBody>
          <a:bodyPr anchor="b"/>
          <a:lstStyle>
            <a:lvl1pPr marL="0" indent="0" algn="r">
              <a:buNone/>
              <a:defRPr sz="1575">
                <a:solidFill>
                  <a:schemeClr val="accent1"/>
                </a:solidFill>
                <a:latin typeface="+mn-lt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6" name="Text Placeholder 64">
            <a:extLst>
              <a:ext uri="{FF2B5EF4-FFF2-40B4-BE49-F238E27FC236}">
                <a16:creationId xmlns:a16="http://schemas.microsoft.com/office/drawing/2014/main" id="{5376D78D-8BF9-168A-5EA9-D868DACF748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93046" y="731084"/>
            <a:ext cx="2000250" cy="228600"/>
          </a:xfrm>
        </p:spPr>
        <p:txBody>
          <a:bodyPr anchor="b"/>
          <a:lstStyle>
            <a:lvl1pPr marL="0" indent="0" algn="l">
              <a:buNone/>
              <a:defRPr lang="en-US" sz="1575" b="1" i="0" kern="1200" baseline="0" dirty="0">
                <a:solidFill>
                  <a:schemeClr val="tx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marL="0" lvl="0" indent="0" algn="l" defTabSz="685800" rtl="0" eaLnBrk="1" latinLnBrk="0" hangingPunct="1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None/>
            </a:pPr>
            <a:r>
              <a:rPr lang="en-US"/>
              <a:t>Section name</a:t>
            </a:r>
          </a:p>
        </p:txBody>
      </p:sp>
      <p:sp>
        <p:nvSpPr>
          <p:cNvPr id="27" name="Text Placeholder 64">
            <a:extLst>
              <a:ext uri="{FF2B5EF4-FFF2-40B4-BE49-F238E27FC236}">
                <a16:creationId xmlns:a16="http://schemas.microsoft.com/office/drawing/2014/main" id="{73C6035B-48B5-5AA6-FC48-81BE03B7F0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47625" y="2071273"/>
            <a:ext cx="277830" cy="228600"/>
          </a:xfrm>
        </p:spPr>
        <p:txBody>
          <a:bodyPr anchor="b"/>
          <a:lstStyle>
            <a:lvl1pPr marL="0" indent="0" algn="r">
              <a:buNone/>
              <a:defRPr sz="1575">
                <a:solidFill>
                  <a:schemeClr val="accent1"/>
                </a:solidFill>
                <a:latin typeface="+mn-lt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8" name="Text Placeholder 64">
            <a:extLst>
              <a:ext uri="{FF2B5EF4-FFF2-40B4-BE49-F238E27FC236}">
                <a16:creationId xmlns:a16="http://schemas.microsoft.com/office/drawing/2014/main" id="{4950DFAA-1E6E-F485-A575-1F85F65B8B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93046" y="2071273"/>
            <a:ext cx="2000250" cy="228600"/>
          </a:xfrm>
        </p:spPr>
        <p:txBody>
          <a:bodyPr anchor="b"/>
          <a:lstStyle>
            <a:lvl1pPr marL="0" indent="0" algn="l">
              <a:buNone/>
              <a:defRPr lang="en-US" sz="1575" b="1" i="0" kern="1200" baseline="0" dirty="0">
                <a:solidFill>
                  <a:schemeClr val="tx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marL="0" lvl="0" indent="0" algn="l" defTabSz="685800" rtl="0" eaLnBrk="1" latinLnBrk="0" hangingPunct="1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None/>
            </a:pPr>
            <a:r>
              <a:rPr lang="en-US"/>
              <a:t>Section name</a:t>
            </a:r>
          </a:p>
        </p:txBody>
      </p:sp>
      <p:sp>
        <p:nvSpPr>
          <p:cNvPr id="29" name="Text Placeholder 64">
            <a:extLst>
              <a:ext uri="{FF2B5EF4-FFF2-40B4-BE49-F238E27FC236}">
                <a16:creationId xmlns:a16="http://schemas.microsoft.com/office/drawing/2014/main" id="{C3C76E85-2D08-17B6-8AE9-0074EBEE3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47625" y="3416698"/>
            <a:ext cx="277830" cy="228600"/>
          </a:xfrm>
        </p:spPr>
        <p:txBody>
          <a:bodyPr anchor="b"/>
          <a:lstStyle>
            <a:lvl1pPr marL="0" indent="0" algn="r">
              <a:buNone/>
              <a:defRPr sz="1575">
                <a:solidFill>
                  <a:schemeClr val="accent1"/>
                </a:solidFill>
                <a:latin typeface="+mn-lt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30" name="Text Placeholder 64">
            <a:extLst>
              <a:ext uri="{FF2B5EF4-FFF2-40B4-BE49-F238E27FC236}">
                <a16:creationId xmlns:a16="http://schemas.microsoft.com/office/drawing/2014/main" id="{5AB89B1F-3506-804F-C5A5-BC9D9868DF1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93046" y="3416698"/>
            <a:ext cx="2000250" cy="228600"/>
          </a:xfrm>
        </p:spPr>
        <p:txBody>
          <a:bodyPr anchor="b"/>
          <a:lstStyle>
            <a:lvl1pPr marL="0" indent="0" algn="l">
              <a:buNone/>
              <a:defRPr lang="en-US" sz="1575" b="1" i="0" kern="1200" baseline="0" dirty="0">
                <a:solidFill>
                  <a:schemeClr val="tx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marL="0" lvl="0" indent="0" algn="l" defTabSz="685800" rtl="0" eaLnBrk="1" latinLnBrk="0" hangingPunct="1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None/>
            </a:pPr>
            <a:r>
              <a:rPr lang="en-US"/>
              <a:t>Section name</a:t>
            </a:r>
          </a:p>
        </p:txBody>
      </p:sp>
      <p:sp>
        <p:nvSpPr>
          <p:cNvPr id="31" name="Text Placeholder 64">
            <a:extLst>
              <a:ext uri="{FF2B5EF4-FFF2-40B4-BE49-F238E27FC236}">
                <a16:creationId xmlns:a16="http://schemas.microsoft.com/office/drawing/2014/main" id="{3F604C39-B59E-9E04-C3C8-28AD58A61F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44991" y="1127206"/>
            <a:ext cx="1962230" cy="727397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0"/>
              </a:spcBef>
              <a:spcAft>
                <a:spcPts val="450"/>
              </a:spcAft>
              <a:buNone/>
              <a:defRPr sz="900" b="0" i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summary</a:t>
            </a:r>
          </a:p>
        </p:txBody>
      </p:sp>
      <p:sp>
        <p:nvSpPr>
          <p:cNvPr id="32" name="Text Placeholder 64">
            <a:extLst>
              <a:ext uri="{FF2B5EF4-FFF2-40B4-BE49-F238E27FC236}">
                <a16:creationId xmlns:a16="http://schemas.microsoft.com/office/drawing/2014/main" id="{B151F971-250F-7A92-EEAF-6C46475D69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4991" y="2467395"/>
            <a:ext cx="1962230" cy="727397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0"/>
              </a:spcBef>
              <a:spcAft>
                <a:spcPts val="450"/>
              </a:spcAft>
              <a:buNone/>
              <a:defRPr sz="900" b="0" i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summary</a:t>
            </a:r>
          </a:p>
        </p:txBody>
      </p:sp>
      <p:sp>
        <p:nvSpPr>
          <p:cNvPr id="33" name="Text Placeholder 64">
            <a:extLst>
              <a:ext uri="{FF2B5EF4-FFF2-40B4-BE49-F238E27FC236}">
                <a16:creationId xmlns:a16="http://schemas.microsoft.com/office/drawing/2014/main" id="{0C0BB83E-30D7-CEBE-FBF8-E6063218DC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4991" y="3812820"/>
            <a:ext cx="1962230" cy="727397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0"/>
              </a:spcBef>
              <a:spcAft>
                <a:spcPts val="450"/>
              </a:spcAft>
              <a:buNone/>
              <a:defRPr sz="900" b="0" i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summary</a:t>
            </a:r>
          </a:p>
        </p:txBody>
      </p:sp>
      <p:sp>
        <p:nvSpPr>
          <p:cNvPr id="34" name="Text Placeholder 64">
            <a:extLst>
              <a:ext uri="{FF2B5EF4-FFF2-40B4-BE49-F238E27FC236}">
                <a16:creationId xmlns:a16="http://schemas.microsoft.com/office/drawing/2014/main" id="{FB2C817E-A433-B47B-D193-BC33E54685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3046" y="1127206"/>
            <a:ext cx="2000180" cy="727397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0"/>
              </a:spcBef>
              <a:spcAft>
                <a:spcPts val="450"/>
              </a:spcAft>
              <a:buNone/>
              <a:defRPr sz="900" b="0" i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summary</a:t>
            </a:r>
          </a:p>
        </p:txBody>
      </p:sp>
      <p:sp>
        <p:nvSpPr>
          <p:cNvPr id="35" name="Text Placeholder 64">
            <a:extLst>
              <a:ext uri="{FF2B5EF4-FFF2-40B4-BE49-F238E27FC236}">
                <a16:creationId xmlns:a16="http://schemas.microsoft.com/office/drawing/2014/main" id="{F0E62438-A7E9-12E7-F482-4CB05A98CA4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93046" y="2467395"/>
            <a:ext cx="2000180" cy="727397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0"/>
              </a:spcBef>
              <a:spcAft>
                <a:spcPts val="450"/>
              </a:spcAft>
              <a:buNone/>
              <a:defRPr sz="900" b="0" i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summary</a:t>
            </a:r>
          </a:p>
        </p:txBody>
      </p:sp>
      <p:sp>
        <p:nvSpPr>
          <p:cNvPr id="36" name="Text Placeholder 64">
            <a:extLst>
              <a:ext uri="{FF2B5EF4-FFF2-40B4-BE49-F238E27FC236}">
                <a16:creationId xmlns:a16="http://schemas.microsoft.com/office/drawing/2014/main" id="{A157BC7D-2C6B-E4F2-1C33-319DC98C355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93046" y="3812820"/>
            <a:ext cx="2000180" cy="727397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0"/>
              </a:spcBef>
              <a:spcAft>
                <a:spcPts val="450"/>
              </a:spcAft>
              <a:buNone/>
              <a:defRPr sz="900" b="0" i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116586" indent="0">
              <a:buNone/>
              <a:defRPr/>
            </a:lvl2pPr>
            <a:lvl3pPr marL="260604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summary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8A5C3AFD-B631-7721-2D26-9B1B6EC4BD9B}"/>
              </a:ext>
            </a:extLst>
          </p:cNvPr>
          <p:cNvSpPr/>
          <p:nvPr/>
        </p:nvSpPr>
        <p:spPr>
          <a:xfrm>
            <a:off x="1163910" y="3082528"/>
            <a:ext cx="1174709" cy="2060972"/>
          </a:xfrm>
          <a:custGeom>
            <a:avLst/>
            <a:gdLst>
              <a:gd name="connsiteX0" fmla="*/ 1611149 w 1611149"/>
              <a:gd name="connsiteY0" fmla="*/ 0 h 2826686"/>
              <a:gd name="connsiteX1" fmla="*/ 1611149 w 1611149"/>
              <a:gd name="connsiteY1" fmla="*/ 2826686 h 2826686"/>
              <a:gd name="connsiteX2" fmla="*/ 0 w 1611149"/>
              <a:gd name="connsiteY2" fmla="*/ 2826686 h 2826686"/>
              <a:gd name="connsiteX3" fmla="*/ 22003 w 1611149"/>
              <a:gd name="connsiteY3" fmla="*/ 2751348 h 2826686"/>
              <a:gd name="connsiteX4" fmla="*/ 1571050 w 1611149"/>
              <a:gd name="connsiteY4" fmla="*/ 47921 h 2826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1149" h="2826686">
                <a:moveTo>
                  <a:pt x="1611149" y="0"/>
                </a:moveTo>
                <a:lnTo>
                  <a:pt x="1611149" y="2826686"/>
                </a:lnTo>
                <a:lnTo>
                  <a:pt x="0" y="2826686"/>
                </a:lnTo>
                <a:lnTo>
                  <a:pt x="22003" y="2751348"/>
                </a:lnTo>
                <a:cubicBezTo>
                  <a:pt x="280536" y="1925418"/>
                  <a:pt x="814439" y="974625"/>
                  <a:pt x="1571050" y="4792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6FDB74-693B-1A71-4F55-320C8BA484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18248" y="2250877"/>
            <a:ext cx="1707777" cy="641747"/>
          </a:xfrm>
        </p:spPr>
        <p:txBody>
          <a:bodyPr anchor="ctr"/>
          <a:lstStyle>
            <a:lvl1pPr algn="ctr">
              <a:defRPr sz="33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4902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D05B3AC-9BA2-C4E1-D4A3-4149CA1D99A7}"/>
              </a:ext>
            </a:extLst>
          </p:cNvPr>
          <p:cNvSpPr/>
          <p:nvPr/>
        </p:nvSpPr>
        <p:spPr>
          <a:xfrm>
            <a:off x="-1" y="-3572"/>
            <a:ext cx="2342304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EE5D4E2-5D14-5A13-0066-8B68DE3E951D}"/>
              </a:ext>
            </a:extLst>
          </p:cNvPr>
          <p:cNvSpPr/>
          <p:nvPr/>
        </p:nvSpPr>
        <p:spPr>
          <a:xfrm>
            <a:off x="-1" y="0"/>
            <a:ext cx="2338619" cy="5143500"/>
          </a:xfrm>
          <a:custGeom>
            <a:avLst/>
            <a:gdLst>
              <a:gd name="connsiteX0" fmla="*/ 1730062 w 3118158"/>
              <a:gd name="connsiteY0" fmla="*/ 0 h 6858000"/>
              <a:gd name="connsiteX1" fmla="*/ 3118158 w 3118158"/>
              <a:gd name="connsiteY1" fmla="*/ 0 h 6858000"/>
              <a:gd name="connsiteX2" fmla="*/ 3118158 w 3118158"/>
              <a:gd name="connsiteY2" fmla="*/ 6858000 h 6858000"/>
              <a:gd name="connsiteX3" fmla="*/ 0 w 3118158"/>
              <a:gd name="connsiteY3" fmla="*/ 6858000 h 6858000"/>
              <a:gd name="connsiteX4" fmla="*/ 0 w 3118158"/>
              <a:gd name="connsiteY4" fmla="*/ 2126742 h 6858000"/>
              <a:gd name="connsiteX5" fmla="*/ 279065 w 3118158"/>
              <a:gd name="connsiteY5" fmla="*/ 1731917 h 6858000"/>
              <a:gd name="connsiteX6" fmla="*/ 1683487 w 3118158"/>
              <a:gd name="connsiteY6" fmla="*/ 4825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18158" h="6858000">
                <a:moveTo>
                  <a:pt x="1730062" y="0"/>
                </a:moveTo>
                <a:lnTo>
                  <a:pt x="3118158" y="0"/>
                </a:lnTo>
                <a:lnTo>
                  <a:pt x="3118158" y="6858000"/>
                </a:lnTo>
                <a:lnTo>
                  <a:pt x="0" y="6858000"/>
                </a:lnTo>
                <a:lnTo>
                  <a:pt x="0" y="2126742"/>
                </a:lnTo>
                <a:lnTo>
                  <a:pt x="279065" y="1731917"/>
                </a:lnTo>
                <a:cubicBezTo>
                  <a:pt x="692846" y="1166116"/>
                  <a:pt x="1162679" y="600111"/>
                  <a:pt x="1683487" y="482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8A5C3AFD-B631-7721-2D26-9B1B6EC4BD9B}"/>
              </a:ext>
            </a:extLst>
          </p:cNvPr>
          <p:cNvSpPr/>
          <p:nvPr/>
        </p:nvSpPr>
        <p:spPr>
          <a:xfrm>
            <a:off x="1163910" y="3082528"/>
            <a:ext cx="1174709" cy="2060972"/>
          </a:xfrm>
          <a:custGeom>
            <a:avLst/>
            <a:gdLst>
              <a:gd name="connsiteX0" fmla="*/ 1611149 w 1611149"/>
              <a:gd name="connsiteY0" fmla="*/ 0 h 2826686"/>
              <a:gd name="connsiteX1" fmla="*/ 1611149 w 1611149"/>
              <a:gd name="connsiteY1" fmla="*/ 2826686 h 2826686"/>
              <a:gd name="connsiteX2" fmla="*/ 0 w 1611149"/>
              <a:gd name="connsiteY2" fmla="*/ 2826686 h 2826686"/>
              <a:gd name="connsiteX3" fmla="*/ 22003 w 1611149"/>
              <a:gd name="connsiteY3" fmla="*/ 2751348 h 2826686"/>
              <a:gd name="connsiteX4" fmla="*/ 1571050 w 1611149"/>
              <a:gd name="connsiteY4" fmla="*/ 47921 h 2826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1149" h="2826686">
                <a:moveTo>
                  <a:pt x="1611149" y="0"/>
                </a:moveTo>
                <a:lnTo>
                  <a:pt x="1611149" y="2826686"/>
                </a:lnTo>
                <a:lnTo>
                  <a:pt x="0" y="2826686"/>
                </a:lnTo>
                <a:lnTo>
                  <a:pt x="22003" y="2751348"/>
                </a:lnTo>
                <a:cubicBezTo>
                  <a:pt x="280536" y="1925418"/>
                  <a:pt x="814439" y="974625"/>
                  <a:pt x="1571050" y="4792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397879-B514-4E3A-44BD-E77AC85854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2243" y="742115"/>
            <a:ext cx="5229062" cy="3659271"/>
          </a:xfrm>
        </p:spPr>
        <p:txBody>
          <a:bodyPr wrap="square" anchor="ctr" anchorCtr="0">
            <a:spAutoFit/>
          </a:bodyPr>
          <a:lstStyle>
            <a:lvl1pPr marL="385763" indent="-385763">
              <a:spcBef>
                <a:spcPts val="900"/>
              </a:spcBef>
              <a:spcAft>
                <a:spcPts val="2025"/>
              </a:spcAft>
              <a:buClr>
                <a:schemeClr val="accent1"/>
              </a:buClr>
              <a:buFont typeface="+mj-lt"/>
              <a:buAutoNum type="arabicPeriod"/>
              <a:defRPr sz="21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Section name</a:t>
            </a:r>
          </a:p>
          <a:p>
            <a:pPr lvl="0"/>
            <a:r>
              <a:rPr lang="en-US"/>
              <a:t>Section name</a:t>
            </a:r>
          </a:p>
          <a:p>
            <a:pPr lvl="0"/>
            <a:r>
              <a:rPr lang="en-US"/>
              <a:t>Section name</a:t>
            </a:r>
          </a:p>
          <a:p>
            <a:pPr lvl="0"/>
            <a:r>
              <a:rPr lang="en-US"/>
              <a:t>Section name</a:t>
            </a:r>
          </a:p>
          <a:p>
            <a:pPr lvl="0"/>
            <a:r>
              <a:rPr lang="en-US"/>
              <a:t>Section name</a:t>
            </a:r>
          </a:p>
          <a:p>
            <a:pPr lvl="0"/>
            <a:r>
              <a:rPr lang="en-US"/>
              <a:t>Section name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B4B5A9D-EC73-D4EF-1689-C604111CCB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18248" y="2250877"/>
            <a:ext cx="1707777" cy="641747"/>
          </a:xfrm>
        </p:spPr>
        <p:txBody>
          <a:bodyPr anchor="ctr"/>
          <a:lstStyle>
            <a:lvl1pPr algn="ctr">
              <a:defRPr sz="33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261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with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12BF93-CCFC-D41B-EB02-EFE2A85086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4" y="2361196"/>
            <a:ext cx="870380" cy="465702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3A9AA64-9154-57F4-689E-B8FEDEB54A5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3279652"/>
          </a:xfrm>
          <a:custGeom>
            <a:avLst/>
            <a:gdLst>
              <a:gd name="connsiteX0" fmla="*/ 0 w 12192000"/>
              <a:gd name="connsiteY0" fmla="*/ 0 h 4372869"/>
              <a:gd name="connsiteX1" fmla="*/ 12188952 w 12192000"/>
              <a:gd name="connsiteY1" fmla="*/ 0 h 4372869"/>
              <a:gd name="connsiteX2" fmla="*/ 12192000 w 12192000"/>
              <a:gd name="connsiteY2" fmla="*/ 0 h 4372869"/>
              <a:gd name="connsiteX3" fmla="*/ 12192000 w 12192000"/>
              <a:gd name="connsiteY3" fmla="*/ 4160107 h 4372869"/>
              <a:gd name="connsiteX4" fmla="*/ 10759787 w 12192000"/>
              <a:gd name="connsiteY4" fmla="*/ 4253556 h 4372869"/>
              <a:gd name="connsiteX5" fmla="*/ 0 w 12192000"/>
              <a:gd name="connsiteY5" fmla="*/ 4150580 h 4372869"/>
              <a:gd name="connsiteX6" fmla="*/ 0 w 12192000"/>
              <a:gd name="connsiteY6" fmla="*/ 1963323 h 4372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372869">
                <a:moveTo>
                  <a:pt x="0" y="0"/>
                </a:moveTo>
                <a:lnTo>
                  <a:pt x="12188952" y="0"/>
                </a:lnTo>
                <a:lnTo>
                  <a:pt x="12192000" y="0"/>
                </a:lnTo>
                <a:lnTo>
                  <a:pt x="12192000" y="4160107"/>
                </a:lnTo>
                <a:lnTo>
                  <a:pt x="10759787" y="4253556"/>
                </a:lnTo>
                <a:cubicBezTo>
                  <a:pt x="7369206" y="4441231"/>
                  <a:pt x="3765626" y="4407942"/>
                  <a:pt x="0" y="4150580"/>
                </a:cubicBezTo>
                <a:lnTo>
                  <a:pt x="0" y="19633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 algn="ctr">
              <a:defRPr lang="en-US"/>
            </a:lvl1pPr>
          </a:lstStyle>
          <a:p>
            <a:r>
              <a:rPr lang="en-US"/>
              <a:t>Please only use images</a:t>
            </a:r>
            <a:br>
              <a:rPr lang="en-US"/>
            </a:br>
            <a:r>
              <a:rPr lang="en-US"/>
              <a:t>approved by the CDW brand team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B0C11B7-4CA7-7366-5C5B-81471DC39C6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285" y="4838614"/>
            <a:ext cx="393334" cy="21045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793F261-621C-863D-193F-66DFFB5F8B09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71474" y="3524269"/>
            <a:ext cx="7686676" cy="1066676"/>
          </a:xfrm>
        </p:spPr>
        <p:txBody>
          <a:bodyPr wrap="square" anchor="ctr">
            <a:noAutofit/>
          </a:bodyPr>
          <a:lstStyle>
            <a:lvl1pPr marL="0" indent="0" algn="l">
              <a:lnSpc>
                <a:spcPct val="90000"/>
              </a:lnSpc>
              <a:defRPr sz="2700" spc="-15"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rbital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55FBB04-CED4-B8EB-1D1C-0C4099F46A8A}"/>
              </a:ext>
            </a:extLst>
          </p:cNvPr>
          <p:cNvSpPr/>
          <p:nvPr/>
        </p:nvSpPr>
        <p:spPr>
          <a:xfrm>
            <a:off x="0" y="0"/>
            <a:ext cx="9144000" cy="335681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F6F6F6"/>
              </a:gs>
            </a:gsLst>
            <a:lin ang="18900000" scaled="1"/>
          </a:gradFill>
          <a:ln w="1079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6D3E7727-6E83-2CEC-6E9F-3AB46B21EB2C}"/>
              </a:ext>
            </a:extLst>
          </p:cNvPr>
          <p:cNvSpPr/>
          <p:nvPr/>
        </p:nvSpPr>
        <p:spPr>
          <a:xfrm rot="9900000" flipH="1">
            <a:off x="5447392" y="2134049"/>
            <a:ext cx="4101392" cy="3058890"/>
          </a:xfrm>
          <a:custGeom>
            <a:avLst/>
            <a:gdLst>
              <a:gd name="connsiteX0" fmla="*/ 5468523 w 5468523"/>
              <a:gd name="connsiteY0" fmla="*/ 3764573 h 4078520"/>
              <a:gd name="connsiteX1" fmla="*/ 5447769 w 5468523"/>
              <a:gd name="connsiteY1" fmla="*/ 3687119 h 4078520"/>
              <a:gd name="connsiteX2" fmla="*/ 5277464 w 5468523"/>
              <a:gd name="connsiteY2" fmla="*/ 3728473 h 4078520"/>
              <a:gd name="connsiteX3" fmla="*/ 4951299 w 5468523"/>
              <a:gd name="connsiteY3" fmla="*/ 3794678 h 4078520"/>
              <a:gd name="connsiteX4" fmla="*/ 943796 w 5468523"/>
              <a:gd name="connsiteY4" fmla="*/ 2787248 h 4078520"/>
              <a:gd name="connsiteX5" fmla="*/ 2644454 w 5468523"/>
              <a:gd name="connsiteY5" fmla="*/ 851400 h 4078520"/>
              <a:gd name="connsiteX6" fmla="*/ 4072884 w 5468523"/>
              <a:gd name="connsiteY6" fmla="*/ 448921 h 4078520"/>
              <a:gd name="connsiteX7" fmla="*/ 4458439 w 5468523"/>
              <a:gd name="connsiteY7" fmla="*/ 387007 h 4078520"/>
              <a:gd name="connsiteX8" fmla="*/ 4560376 w 5468523"/>
              <a:gd name="connsiteY8" fmla="*/ 375324 h 4078520"/>
              <a:gd name="connsiteX9" fmla="*/ 4459809 w 5468523"/>
              <a:gd name="connsiteY9" fmla="*/ 0 h 4078520"/>
              <a:gd name="connsiteX10" fmla="*/ 4139760 w 5468523"/>
              <a:gd name="connsiteY10" fmla="*/ 35798 h 4078520"/>
              <a:gd name="connsiteX11" fmla="*/ 3702503 w 5468523"/>
              <a:gd name="connsiteY11" fmla="*/ 105704 h 4078520"/>
              <a:gd name="connsiteX12" fmla="*/ 2045675 w 5468523"/>
              <a:gd name="connsiteY12" fmla="*/ 574233 h 4078520"/>
              <a:gd name="connsiteX13" fmla="*/ 33281 w 5468523"/>
              <a:gd name="connsiteY13" fmla="*/ 2803297 h 4078520"/>
              <a:gd name="connsiteX14" fmla="*/ 4781542 w 5468523"/>
              <a:gd name="connsiteY14" fmla="*/ 3923694 h 4078520"/>
              <a:gd name="connsiteX15" fmla="*/ 5200611 w 5468523"/>
              <a:gd name="connsiteY15" fmla="*/ 3834494 h 4078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68523" h="4078520">
                <a:moveTo>
                  <a:pt x="5468523" y="3764573"/>
                </a:moveTo>
                <a:lnTo>
                  <a:pt x="5447769" y="3687119"/>
                </a:lnTo>
                <a:lnTo>
                  <a:pt x="5277464" y="3728473"/>
                </a:lnTo>
                <a:cubicBezTo>
                  <a:pt x="5170595" y="3752239"/>
                  <a:pt x="5061795" y="3774308"/>
                  <a:pt x="4951299" y="3794678"/>
                </a:cubicBezTo>
                <a:cubicBezTo>
                  <a:pt x="2887052" y="4174317"/>
                  <a:pt x="1186395" y="3711344"/>
                  <a:pt x="943796" y="2787248"/>
                </a:cubicBezTo>
                <a:cubicBezTo>
                  <a:pt x="761694" y="2095873"/>
                  <a:pt x="1374054" y="1352029"/>
                  <a:pt x="2644454" y="851400"/>
                </a:cubicBezTo>
                <a:cubicBezTo>
                  <a:pt x="3071625" y="682877"/>
                  <a:pt x="3553118" y="544602"/>
                  <a:pt x="4072884" y="448921"/>
                </a:cubicBezTo>
                <a:cubicBezTo>
                  <a:pt x="4201900" y="425193"/>
                  <a:pt x="4330551" y="404579"/>
                  <a:pt x="4458439" y="387007"/>
                </a:cubicBezTo>
                <a:lnTo>
                  <a:pt x="4560376" y="375324"/>
                </a:lnTo>
                <a:lnTo>
                  <a:pt x="4459809" y="0"/>
                </a:lnTo>
                <a:lnTo>
                  <a:pt x="4139760" y="35798"/>
                </a:lnTo>
                <a:cubicBezTo>
                  <a:pt x="3995077" y="55431"/>
                  <a:pt x="3849190" y="78697"/>
                  <a:pt x="3702503" y="105704"/>
                </a:cubicBezTo>
                <a:cubicBezTo>
                  <a:pt x="3117923" y="213114"/>
                  <a:pt x="2527784" y="385340"/>
                  <a:pt x="2045675" y="574233"/>
                </a:cubicBezTo>
                <a:cubicBezTo>
                  <a:pt x="593788" y="1142765"/>
                  <a:pt x="-173514" y="2014390"/>
                  <a:pt x="33281" y="2803297"/>
                </a:cubicBezTo>
                <a:cubicBezTo>
                  <a:pt x="309213" y="3853939"/>
                  <a:pt x="2434573" y="4355185"/>
                  <a:pt x="4781542" y="3923694"/>
                </a:cubicBezTo>
                <a:cubicBezTo>
                  <a:pt x="4921669" y="3897767"/>
                  <a:pt x="5062259" y="3867520"/>
                  <a:pt x="5200611" y="3834494"/>
                </a:cubicBezTo>
                <a:close/>
              </a:path>
            </a:pathLst>
          </a:custGeom>
          <a:solidFill>
            <a:schemeClr val="accent1"/>
          </a:solidFill>
          <a:ln w="404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35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392F520E-CCFB-D71B-671A-A1EABD787066}"/>
              </a:ext>
            </a:extLst>
          </p:cNvPr>
          <p:cNvSpPr/>
          <p:nvPr/>
        </p:nvSpPr>
        <p:spPr>
          <a:xfrm flipH="1">
            <a:off x="0" y="0"/>
            <a:ext cx="7267401" cy="2290562"/>
          </a:xfrm>
          <a:custGeom>
            <a:avLst/>
            <a:gdLst>
              <a:gd name="connsiteX0" fmla="*/ 358301 w 9689868"/>
              <a:gd name="connsiteY0" fmla="*/ 0 h 3054082"/>
              <a:gd name="connsiteX1" fmla="*/ 0 w 9689868"/>
              <a:gd name="connsiteY1" fmla="*/ 0 h 3054082"/>
              <a:gd name="connsiteX2" fmla="*/ 51028 w 9689868"/>
              <a:gd name="connsiteY2" fmla="*/ 273011 h 3054082"/>
              <a:gd name="connsiteX3" fmla="*/ 158085 w 9689868"/>
              <a:gd name="connsiteY3" fmla="*/ 600928 h 3054082"/>
              <a:gd name="connsiteX4" fmla="*/ 9436910 w 9689868"/>
              <a:gd name="connsiteY4" fmla="*/ 2779724 h 3054082"/>
              <a:gd name="connsiteX5" fmla="*/ 9689868 w 9689868"/>
              <a:gd name="connsiteY5" fmla="*/ 2734700 h 3054082"/>
              <a:gd name="connsiteX6" fmla="*/ 9689868 w 9689868"/>
              <a:gd name="connsiteY6" fmla="*/ 1755625 h 3054082"/>
              <a:gd name="connsiteX7" fmla="*/ 9224747 w 9689868"/>
              <a:gd name="connsiteY7" fmla="*/ 1852185 h 3054082"/>
              <a:gd name="connsiteX8" fmla="*/ 404765 w 9689868"/>
              <a:gd name="connsiteY8" fmla="*/ 151845 h 3054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89868" h="3054082">
                <a:moveTo>
                  <a:pt x="358301" y="0"/>
                </a:moveTo>
                <a:lnTo>
                  <a:pt x="0" y="0"/>
                </a:lnTo>
                <a:lnTo>
                  <a:pt x="51028" y="273011"/>
                </a:lnTo>
                <a:cubicBezTo>
                  <a:pt x="79318" y="383651"/>
                  <a:pt x="114995" y="493006"/>
                  <a:pt x="158085" y="600928"/>
                </a:cubicBezTo>
                <a:cubicBezTo>
                  <a:pt x="1000904" y="2706693"/>
                  <a:pt x="4877261" y="3534737"/>
                  <a:pt x="9436910" y="2779724"/>
                </a:cubicBezTo>
                <a:lnTo>
                  <a:pt x="9689868" y="2734700"/>
                </a:lnTo>
                <a:lnTo>
                  <a:pt x="9689868" y="1755625"/>
                </a:lnTo>
                <a:lnTo>
                  <a:pt x="9224747" y="1852185"/>
                </a:lnTo>
                <a:cubicBezTo>
                  <a:pt x="4968563" y="2685533"/>
                  <a:pt x="1175934" y="2074428"/>
                  <a:pt x="404765" y="151845"/>
                </a:cubicBezTo>
                <a:close/>
              </a:path>
            </a:pathLst>
          </a:custGeom>
          <a:solidFill>
            <a:schemeClr val="tx2"/>
          </a:solidFill>
          <a:ln w="404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900A97AE-4EA5-CDB5-6FE5-91198E93491F}"/>
              </a:ext>
            </a:extLst>
          </p:cNvPr>
          <p:cNvSpPr/>
          <p:nvPr/>
        </p:nvSpPr>
        <p:spPr>
          <a:xfrm>
            <a:off x="0" y="3112935"/>
            <a:ext cx="9144000" cy="2030565"/>
          </a:xfrm>
          <a:custGeom>
            <a:avLst/>
            <a:gdLst>
              <a:gd name="connsiteX0" fmla="*/ 0 w 12192000"/>
              <a:gd name="connsiteY0" fmla="*/ 0 h 2707420"/>
              <a:gd name="connsiteX1" fmla="*/ 10759787 w 12192000"/>
              <a:gd name="connsiteY1" fmla="*/ 102976 h 2707420"/>
              <a:gd name="connsiteX2" fmla="*/ 12192000 w 12192000"/>
              <a:gd name="connsiteY2" fmla="*/ 9527 h 2707420"/>
              <a:gd name="connsiteX3" fmla="*/ 12192000 w 12192000"/>
              <a:gd name="connsiteY3" fmla="*/ 2707420 h 2707420"/>
              <a:gd name="connsiteX4" fmla="*/ 0 w 12192000"/>
              <a:gd name="connsiteY4" fmla="*/ 2707420 h 2707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707420">
                <a:moveTo>
                  <a:pt x="0" y="0"/>
                </a:moveTo>
                <a:cubicBezTo>
                  <a:pt x="3765626" y="257362"/>
                  <a:pt x="7369206" y="290651"/>
                  <a:pt x="10759787" y="102976"/>
                </a:cubicBezTo>
                <a:lnTo>
                  <a:pt x="12192000" y="9527"/>
                </a:lnTo>
                <a:lnTo>
                  <a:pt x="12192000" y="2707420"/>
                </a:lnTo>
                <a:lnTo>
                  <a:pt x="0" y="2707420"/>
                </a:lnTo>
                <a:close/>
              </a:path>
            </a:pathLst>
          </a:custGeom>
          <a:solidFill>
            <a:srgbClr val="FFFFFF"/>
          </a:solidFill>
          <a:ln w="10795" cap="flat" cmpd="sng" algn="ctr">
            <a:noFill/>
            <a:prstDash val="solid"/>
          </a:ln>
          <a:effectLst>
            <a:outerShdw blurRad="381000" dist="81432" dir="13500000" algn="br" rotWithShape="0">
              <a:prstClr val="black">
                <a:alpha val="10745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B158C36B-79D6-0FEB-872E-C9B9FF97015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0285" y="4838614"/>
            <a:ext cx="393334" cy="21045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961BF15-9941-59FC-D235-6D5184C8907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71474" y="3524269"/>
            <a:ext cx="7686676" cy="1066676"/>
          </a:xfrm>
        </p:spPr>
        <p:txBody>
          <a:bodyPr wrap="square" anchor="ctr">
            <a:noAutofit/>
          </a:bodyPr>
          <a:lstStyle>
            <a:lvl1pPr marL="0" indent="0" algn="l">
              <a:lnSpc>
                <a:spcPct val="90000"/>
              </a:lnSpc>
              <a:defRPr sz="2700" spc="-15"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1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868876-F26C-2B7F-4271-C820B68988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5" y="1285875"/>
            <a:ext cx="8387334" cy="33397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1B89EDF1-08C1-9B3A-72A2-E48C7464C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B48F35F-FE21-5A1D-6E2F-FD1914DDE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F2CB1-58FF-5FFA-7A4F-2BF538DB1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455418"/>
            <a:ext cx="8387334" cy="321771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7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37D65E-AF47-0DEA-812E-C737D9B905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5" y="1285876"/>
            <a:ext cx="4032504" cy="3339704"/>
          </a:xfrm>
        </p:spPr>
        <p:txBody>
          <a:bodyPr/>
          <a:lstStyle>
            <a:lvl1pPr>
              <a:spcBef>
                <a:spcPts val="900"/>
              </a:spcBef>
              <a:defRPr/>
            </a:lvl1pPr>
            <a:lvl2pPr>
              <a:defRPr>
                <a:latin typeface="+mn-lt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AC10C1E-6A35-67C3-9331-BFCD98991C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29059" y="1285875"/>
            <a:ext cx="4032504" cy="33397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2DC0291-D974-18BC-873C-E27D3C9759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074BC0-522C-C07E-1078-2753D69A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352917A-301D-5466-4737-A418EA858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78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0B5B4532-BD76-6760-6273-F462B4CBC9B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1474" y="1285875"/>
            <a:ext cx="2681478" cy="33398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7615C8A-C494-EDC5-9251-5EF3C65335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72050" y="1285874"/>
            <a:ext cx="5390388" cy="33398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5564F3A-B104-96BB-6D94-C9699BB47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E39537-647F-428B-3B6E-49D0460F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7376B10-8778-3585-4FA5-458B26393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46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37D65E-AF47-0DEA-812E-C737D9B905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5" y="1285876"/>
            <a:ext cx="5390388" cy="33397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AC10C1E-6A35-67C3-9331-BFCD98991C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2427" y="1285875"/>
            <a:ext cx="2681478" cy="33397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833DF37-534C-882B-6062-8BB85CC6B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83000"/>
              </a:lnSpc>
              <a:spcBef>
                <a:spcPts val="1350"/>
              </a:spcBef>
              <a:buNone/>
            </a:pPr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1D1B056-0813-763A-E3CC-7A0F06CE4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AE98BF6-D5A3-16BD-21BC-8ABBD030A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455418"/>
            <a:ext cx="8387334" cy="32177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92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eighted Right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EC1750-7DA5-9D00-192C-588068E42F0D}"/>
              </a:ext>
            </a:extLst>
          </p:cNvPr>
          <p:cNvSpPr/>
          <p:nvPr/>
        </p:nvSpPr>
        <p:spPr>
          <a:xfrm flipH="1">
            <a:off x="371474" y="1285874"/>
            <a:ext cx="2667762" cy="3339846"/>
          </a:xfrm>
          <a:prstGeom prst="roundRect">
            <a:avLst>
              <a:gd name="adj" fmla="val 4703"/>
            </a:avLst>
          </a:prstGeom>
          <a:solidFill>
            <a:schemeClr val="bg1"/>
          </a:solidFill>
          <a:ln>
            <a:noFill/>
          </a:ln>
          <a:effectLst>
            <a:outerShdw blurRad="203200" dist="63500" dir="5400000" sx="101000" sy="101000" algn="t" rotWithShape="0">
              <a:srgbClr val="E4E4E4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37D65E-AF47-0DEA-812E-C737D9B905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4965" y="1435395"/>
            <a:ext cx="2386584" cy="3038094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AC10C1E-6A35-67C3-9331-BFCD98991C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68639" y="1265939"/>
            <a:ext cx="5390388" cy="3339704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C5D2C33-6559-AF7D-4BEA-FC6B0E18C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455418"/>
            <a:ext cx="8390334" cy="321771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1F59727-7A27-5EE7-3CB6-29F615355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2C7B857-36EC-533C-A0D3-4CEE88969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00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eighted Left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249C8-CD9B-B382-D4A6-E014EBFF4292}"/>
              </a:ext>
            </a:extLst>
          </p:cNvPr>
          <p:cNvSpPr/>
          <p:nvPr/>
        </p:nvSpPr>
        <p:spPr>
          <a:xfrm flipH="1">
            <a:off x="6094047" y="1285875"/>
            <a:ext cx="2667762" cy="3339846"/>
          </a:xfrm>
          <a:prstGeom prst="roundRect">
            <a:avLst>
              <a:gd name="adj" fmla="val 4703"/>
            </a:avLst>
          </a:prstGeom>
          <a:solidFill>
            <a:schemeClr val="bg1"/>
          </a:solidFill>
          <a:ln>
            <a:noFill/>
          </a:ln>
          <a:effectLst>
            <a:outerShdw blurRad="203200" dist="63500" dir="5400000" sx="101000" sy="101000" algn="t" rotWithShape="0">
              <a:srgbClr val="E4E4E4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37D65E-AF47-0DEA-812E-C737D9B905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5" y="1285876"/>
            <a:ext cx="5390388" cy="33397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AC10C1E-6A35-67C3-9331-BFCD98991C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4636" y="1436751"/>
            <a:ext cx="2386584" cy="30380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C5D2C33-6559-AF7D-4BEA-FC6B0E18C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455418"/>
            <a:ext cx="8390334" cy="321771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63E48493-A785-272B-B767-A3129603D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342E715-C8C4-F6B8-04DF-6D8C1D7A5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90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C5D2C33-6559-AF7D-4BEA-FC6B0E18C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455418"/>
            <a:ext cx="8390334" cy="321771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C9956A-3AF3-6C28-5DDF-CF85C66CDC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5" y="1285876"/>
            <a:ext cx="2578608" cy="33397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956764ED-7716-55E2-05C0-B02334527A0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77338" y="1285875"/>
            <a:ext cx="2578608" cy="33397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FDEF0C7F-96A5-7241-3C6A-602316CD6AF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83201" y="1285875"/>
            <a:ext cx="2578608" cy="33397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A9F7048-13BB-130D-69DA-993379065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D4A11B6-D95C-609F-C5FB-CE875472B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921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C5D2C33-6559-AF7D-4BEA-FC6B0E18C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455418"/>
            <a:ext cx="8390334" cy="321771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C9956A-3AF3-6C28-5DDF-CF85C66CDC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5" y="1285874"/>
            <a:ext cx="1844802" cy="3339846"/>
          </a:xfrm>
        </p:spPr>
        <p:txBody>
          <a:bodyPr/>
          <a:lstStyle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956764ED-7716-55E2-05C0-B02334527A0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553320" y="1285874"/>
            <a:ext cx="1844802" cy="33398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FDEF0C7F-96A5-7241-3C6A-602316CD6AF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35164" y="1285874"/>
            <a:ext cx="1844802" cy="33398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966ABE3E-F416-3A02-98E1-8501FE018F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17007" y="1293484"/>
            <a:ext cx="1844802" cy="33398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5BAE8E9-9C55-99AE-3B9F-527518D577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E6ACD2A-ADDC-A87C-0C28-FB088177B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19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F38F95F3-960D-256D-7534-75CC9AB4D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23812C9-3651-BB80-2562-6F17B30D6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55EEA1-1874-94DA-158E-E404DE670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12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73CC4C-7B1A-82DC-1BD7-B2C14B5B0E90}"/>
              </a:ext>
            </a:extLst>
          </p:cNvPr>
          <p:cNvSpPr/>
          <p:nvPr/>
        </p:nvSpPr>
        <p:spPr>
          <a:xfrm>
            <a:off x="-7973" y="0"/>
            <a:ext cx="3775223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A82F974-0D5B-0047-E934-C2FEF0A13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4267" y="1394419"/>
            <a:ext cx="3020615" cy="1196909"/>
          </a:xfrm>
        </p:spPr>
        <p:txBody>
          <a:bodyPr anchor="t">
            <a:noAutofit/>
          </a:bodyPr>
          <a:lstStyle>
            <a:lvl1pPr algn="ctr">
              <a:lnSpc>
                <a:spcPct val="80000"/>
              </a:lnSpc>
              <a:defRPr sz="103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XX%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20201B5C-2F4B-8CD9-AD65-DC46B9ACDB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0642" y="2612966"/>
            <a:ext cx="3020615" cy="382268"/>
          </a:xfrm>
        </p:spPr>
        <p:txBody>
          <a:bodyPr wrap="square">
            <a:spAutoFit/>
          </a:bodyPr>
          <a:lstStyle>
            <a:lvl1pPr marL="0" indent="0" algn="ctr" defTabSz="685800" rtl="0" eaLnBrk="1" latinLnBrk="0" hangingPunct="1">
              <a:lnSpc>
                <a:spcPct val="92000"/>
              </a:lnSpc>
              <a:spcBef>
                <a:spcPts val="1350"/>
              </a:spcBef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Supporting text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580183F-4659-E03D-ECC7-44C819B36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5451" y="1486067"/>
            <a:ext cx="4654283" cy="2889480"/>
          </a:xfrm>
        </p:spPr>
        <p:txBody>
          <a:bodyPr anchor="t"/>
          <a:lstStyle>
            <a:lvl1pPr>
              <a:lnSpc>
                <a:spcPct val="85000"/>
              </a:lnSpc>
              <a:spcAft>
                <a:spcPts val="0"/>
              </a:spcAft>
              <a:defRPr sz="2700" b="0">
                <a:solidFill>
                  <a:schemeClr val="tx1">
                    <a:lumMod val="50000"/>
                  </a:schemeClr>
                </a:solidFill>
                <a:latin typeface="+mj-lt"/>
              </a:defRPr>
            </a:lvl1pPr>
            <a:lvl2pPr marL="0" indent="0">
              <a:buFont typeface="Calibri" panose="020F0502020204030204" pitchFamily="34" charset="0"/>
              <a:buChar char="​"/>
              <a:defRPr sz="1500" b="0">
                <a:solidFill>
                  <a:schemeClr val="tx1">
                    <a:lumMod val="50000"/>
                  </a:schemeClr>
                </a:solidFill>
                <a:latin typeface="+mj-lt"/>
              </a:defRPr>
            </a:lvl2pPr>
            <a:lvl3pPr marL="0" indent="0">
              <a:spcBef>
                <a:spcPts val="1350"/>
              </a:spcBef>
              <a:spcAft>
                <a:spcPts val="150"/>
              </a:spcAft>
              <a:buFont typeface="Calibri" panose="020F0502020204030204" pitchFamily="34" charset="0"/>
              <a:buNone/>
              <a:defRPr sz="1350">
                <a:solidFill>
                  <a:schemeClr val="tx1"/>
                </a:solidFill>
                <a:latin typeface="+mj-lt"/>
              </a:defRPr>
            </a:lvl3pPr>
            <a:lvl4pPr marL="0" indent="0">
              <a:buFont typeface="Calibri" panose="020F0502020204030204" pitchFamily="34" charset="0"/>
              <a:buNone/>
              <a:defRPr sz="900">
                <a:solidFill>
                  <a:schemeClr val="tx1"/>
                </a:solidFill>
              </a:defRPr>
            </a:lvl4pPr>
            <a:lvl5pPr marL="521208" indent="0">
              <a:buNone/>
              <a:defRPr sz="825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1E9DDF7-24D7-12D2-DDE0-0603D3C48FC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0285" y="4838614"/>
            <a:ext cx="393334" cy="210455"/>
          </a:xfrm>
          <a:prstGeom prst="rect">
            <a:avLst/>
          </a:prstGeom>
        </p:spPr>
      </p:pic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6F955C54-052D-F23D-7854-877C6D2368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04876" y="4902258"/>
            <a:ext cx="2480006" cy="877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20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73CC4C-7B1A-82DC-1BD7-B2C14B5B0E90}"/>
              </a:ext>
            </a:extLst>
          </p:cNvPr>
          <p:cNvSpPr/>
          <p:nvPr/>
        </p:nvSpPr>
        <p:spPr>
          <a:xfrm>
            <a:off x="-7973" y="0"/>
            <a:ext cx="3775223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ABC038B-995D-D33D-8683-490FE03636C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767250" y="0"/>
            <a:ext cx="5375559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Please only use images</a:t>
            </a:r>
            <a:br>
              <a:rPr lang="en-US"/>
            </a:br>
            <a:r>
              <a:rPr lang="en-US"/>
              <a:t>approved by the CDW brand team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580183F-4659-E03D-ECC7-44C819B36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064" y="1077110"/>
            <a:ext cx="2838194" cy="2989281"/>
          </a:xfrm>
        </p:spPr>
        <p:txBody>
          <a:bodyPr anchor="ctr"/>
          <a:lstStyle>
            <a:lvl1pPr>
              <a:lnSpc>
                <a:spcPct val="85000"/>
              </a:lnSpc>
              <a:spcAft>
                <a:spcPts val="0"/>
              </a:spcAft>
              <a:defRPr sz="3300" b="0">
                <a:solidFill>
                  <a:schemeClr val="bg1"/>
                </a:solidFill>
                <a:latin typeface="+mj-lt"/>
              </a:defRPr>
            </a:lvl1pPr>
            <a:lvl2pPr marL="0" indent="0">
              <a:buFont typeface="Calibri" panose="020F0502020204030204" pitchFamily="34" charset="0"/>
              <a:buNone/>
              <a:defRPr sz="1500" b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1350"/>
              </a:spcBef>
              <a:spcAft>
                <a:spcPts val="150"/>
              </a:spcAft>
              <a:buFont typeface="Calibri" panose="020F0502020204030204" pitchFamily="34" charset="0"/>
              <a:buNone/>
              <a:defRPr sz="1350">
                <a:solidFill>
                  <a:schemeClr val="tx1"/>
                </a:solidFill>
                <a:latin typeface="+mj-lt"/>
              </a:defRPr>
            </a:lvl3pPr>
            <a:lvl4pPr marL="0" indent="0">
              <a:buFont typeface="Calibri" panose="020F0502020204030204" pitchFamily="34" charset="0"/>
              <a:buNone/>
              <a:defRPr sz="900">
                <a:solidFill>
                  <a:schemeClr val="tx1"/>
                </a:solidFill>
              </a:defRPr>
            </a:lvl4pPr>
            <a:lvl5pPr marL="521208" indent="0">
              <a:buNone/>
              <a:defRPr sz="82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A17FFD8-52CC-E708-EE16-EE66A2C9206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0285" y="4838614"/>
            <a:ext cx="393334" cy="210455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CB744BCD-E056-A5DB-A726-15E9E442A8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04876" y="4902258"/>
            <a:ext cx="2480006" cy="877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22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on white background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580183F-4659-E03D-ECC7-44C819B36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064" y="1078239"/>
            <a:ext cx="2838194" cy="2987023"/>
          </a:xfrm>
        </p:spPr>
        <p:txBody>
          <a:bodyPr anchor="ctr"/>
          <a:lstStyle>
            <a:lvl1pPr>
              <a:lnSpc>
                <a:spcPct val="85000"/>
              </a:lnSpc>
              <a:spcAft>
                <a:spcPts val="0"/>
              </a:spcAft>
              <a:defRPr sz="3300" b="0">
                <a:solidFill>
                  <a:schemeClr val="accent1"/>
                </a:solidFill>
                <a:latin typeface="+mj-lt"/>
              </a:defRPr>
            </a:lvl1pPr>
            <a:lvl2pPr marL="0" indent="0">
              <a:buFont typeface="Calibri" panose="020F0502020204030204" pitchFamily="34" charset="0"/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j-lt"/>
              </a:defRPr>
            </a:lvl2pPr>
            <a:lvl3pPr marL="0" indent="0">
              <a:spcBef>
                <a:spcPts val="1350"/>
              </a:spcBef>
              <a:spcAft>
                <a:spcPts val="150"/>
              </a:spcAft>
              <a:buFont typeface="Calibri" panose="020F0502020204030204" pitchFamily="34" charset="0"/>
              <a:buNone/>
              <a:defRPr sz="1350">
                <a:solidFill>
                  <a:schemeClr val="tx1"/>
                </a:solidFill>
                <a:latin typeface="+mj-lt"/>
              </a:defRPr>
            </a:lvl3pPr>
            <a:lvl4pPr marL="0" indent="0">
              <a:buFont typeface="Calibri" panose="020F0502020204030204" pitchFamily="34" charset="0"/>
              <a:buNone/>
              <a:defRPr sz="900">
                <a:solidFill>
                  <a:schemeClr val="tx1"/>
                </a:solidFill>
              </a:defRPr>
            </a:lvl4pPr>
            <a:lvl5pPr marL="521208" indent="0">
              <a:buNone/>
              <a:defRPr sz="82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ABC038B-995D-D33D-8683-490FE03636C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767250" y="0"/>
            <a:ext cx="5375559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Please only use images</a:t>
            </a:r>
            <a:br>
              <a:rPr lang="en-US"/>
            </a:br>
            <a:r>
              <a:rPr lang="en-US"/>
              <a:t>approved by the CDW brand team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CB744BCD-E056-A5DB-A726-15E9E442A8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04876" y="4902258"/>
            <a:ext cx="2480006" cy="87716"/>
          </a:xfrm>
        </p:spPr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10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212A-B11D-F17C-3C12-E88170D21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330288"/>
            <a:ext cx="3394472" cy="321771"/>
          </a:xfrm>
        </p:spPr>
        <p:txBody>
          <a:bodyPr/>
          <a:lstStyle>
            <a:lvl1pPr>
              <a:lnSpc>
                <a:spcPct val="85000"/>
              </a:lnSpc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4B76FD0-5EEE-B900-479C-449B8AF9C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358" y="2786143"/>
            <a:ext cx="3394809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EF9CF-C825-F767-021E-1343AEC0F3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9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E99FFED3-4FE7-5E18-0F9E-0E4064438464}"/>
              </a:ext>
            </a:extLst>
          </p:cNvPr>
          <p:cNvSpPr/>
          <p:nvPr/>
        </p:nvSpPr>
        <p:spPr>
          <a:xfrm>
            <a:off x="0" y="4182047"/>
            <a:ext cx="9144000" cy="961454"/>
          </a:xfrm>
          <a:custGeom>
            <a:avLst/>
            <a:gdLst>
              <a:gd name="connsiteX0" fmla="*/ 12192000 w 12192000"/>
              <a:gd name="connsiteY0" fmla="*/ 0 h 1281939"/>
              <a:gd name="connsiteX1" fmla="*/ 12192000 w 12192000"/>
              <a:gd name="connsiteY1" fmla="*/ 1281939 h 1281939"/>
              <a:gd name="connsiteX2" fmla="*/ 0 w 12192000"/>
              <a:gd name="connsiteY2" fmla="*/ 1281939 h 1281939"/>
              <a:gd name="connsiteX3" fmla="*/ 0 w 12192000"/>
              <a:gd name="connsiteY3" fmla="*/ 917004 h 1281939"/>
              <a:gd name="connsiteX4" fmla="*/ 4517390 w 12192000"/>
              <a:gd name="connsiteY4" fmla="*/ 869506 h 1281939"/>
              <a:gd name="connsiteX5" fmla="*/ 12192000 w 12192000"/>
              <a:gd name="connsiteY5" fmla="*/ 0 h 128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281939">
                <a:moveTo>
                  <a:pt x="12192000" y="0"/>
                </a:moveTo>
                <a:lnTo>
                  <a:pt x="12192000" y="1281939"/>
                </a:lnTo>
                <a:lnTo>
                  <a:pt x="0" y="1281939"/>
                </a:lnTo>
                <a:lnTo>
                  <a:pt x="0" y="917004"/>
                </a:lnTo>
                <a:cubicBezTo>
                  <a:pt x="1351217" y="955040"/>
                  <a:pt x="2888552" y="942150"/>
                  <a:pt x="4517390" y="869506"/>
                </a:cubicBezTo>
                <a:cubicBezTo>
                  <a:pt x="7657148" y="729488"/>
                  <a:pt x="10438384" y="398653"/>
                  <a:pt x="12192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580183F-4659-E03D-ECC7-44C819B36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7731" y="1232115"/>
            <a:ext cx="7340204" cy="3143432"/>
          </a:xfrm>
        </p:spPr>
        <p:txBody>
          <a:bodyPr anchor="t"/>
          <a:lstStyle>
            <a:lvl1pPr>
              <a:lnSpc>
                <a:spcPct val="85000"/>
              </a:lnSpc>
              <a:spcAft>
                <a:spcPts val="0"/>
              </a:spcAft>
              <a:defRPr sz="3300" b="0">
                <a:solidFill>
                  <a:schemeClr val="tx1">
                    <a:lumMod val="50000"/>
                  </a:schemeClr>
                </a:solidFill>
                <a:latin typeface="+mj-lt"/>
              </a:defRPr>
            </a:lvl1pPr>
            <a:lvl2pPr marL="0" indent="0">
              <a:spcBef>
                <a:spcPts val="1125"/>
              </a:spcBef>
              <a:buFont typeface="Calibri" panose="020F0502020204030204" pitchFamily="34" charset="0"/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j-lt"/>
              </a:defRPr>
            </a:lvl2pPr>
            <a:lvl3pPr marL="0" indent="0">
              <a:spcBef>
                <a:spcPts val="1350"/>
              </a:spcBef>
              <a:spcAft>
                <a:spcPts val="150"/>
              </a:spcAft>
              <a:buFont typeface="Calibri" panose="020F0502020204030204" pitchFamily="34" charset="0"/>
              <a:buNone/>
              <a:defRPr sz="1350">
                <a:solidFill>
                  <a:schemeClr val="tx1"/>
                </a:solidFill>
                <a:latin typeface="+mj-lt"/>
              </a:defRPr>
            </a:lvl3pPr>
            <a:lvl4pPr marL="0" indent="0">
              <a:buFont typeface="Calibri" panose="020F0502020204030204" pitchFamily="34" charset="0"/>
              <a:buNone/>
              <a:defRPr sz="900">
                <a:solidFill>
                  <a:schemeClr val="tx1"/>
                </a:solidFill>
              </a:defRPr>
            </a:lvl4pPr>
            <a:lvl5pPr marL="521208" indent="0">
              <a:buNone/>
              <a:defRPr sz="825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54497-B925-8089-8A6F-09C5AA89B474}"/>
              </a:ext>
            </a:extLst>
          </p:cNvPr>
          <p:cNvSpPr txBox="1"/>
          <p:nvPr/>
        </p:nvSpPr>
        <p:spPr>
          <a:xfrm>
            <a:off x="8533602" y="4893370"/>
            <a:ext cx="240115" cy="10688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r" defTabSz="685800" rtl="0" eaLnBrk="1" latinLnBrk="0" hangingPunct="1">
              <a:lnSpc>
                <a:spcPct val="125000"/>
              </a:lnSpc>
            </a:pPr>
            <a:fld id="{B01BFD70-D99E-427C-A01B-19B2BB56A3C8}" type="slidenum">
              <a:rPr lang="en-US" sz="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lvl="0" algn="r" defTabSz="685800" rtl="0" eaLnBrk="1" latinLnBrk="0" hangingPunct="1">
                <a:lnSpc>
                  <a:spcPct val="125000"/>
                </a:lnSpc>
              </a:pPr>
              <a:t>‹#›</a:t>
            </a:fld>
            <a:endParaRPr lang="en-US" sz="6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F3A2FC11-10E1-2A58-C963-21EAF1E5BB91}"/>
              </a:ext>
            </a:extLst>
          </p:cNvPr>
          <p:cNvSpPr txBox="1">
            <a:spLocks/>
          </p:cNvSpPr>
          <p:nvPr/>
        </p:nvSpPr>
        <p:spPr>
          <a:xfrm>
            <a:off x="8058151" y="4902258"/>
            <a:ext cx="535781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defTabSz="685800">
              <a:lnSpc>
                <a:spcPct val="95000"/>
              </a:lnSpc>
              <a:spcBef>
                <a:spcPts val="1200"/>
              </a:spcBef>
              <a:buClr>
                <a:srgbClr val="3253DC"/>
              </a:buClr>
              <a:buFont typeface="Arial" panose="020B0604020202020204" pitchFamily="34" charset="0"/>
              <a:buNone/>
              <a:defRPr sz="800" baseline="0">
                <a:solidFill>
                  <a:schemeClr val="accent2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600">
                <a:solidFill>
                  <a:schemeClr val="bg1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55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con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">
            <a:extLst>
              <a:ext uri="{FF2B5EF4-FFF2-40B4-BE49-F238E27FC236}">
                <a16:creationId xmlns:a16="http://schemas.microsoft.com/office/drawing/2014/main" id="{FA1A3D39-9160-30DB-F099-D5BA4399174E}"/>
              </a:ext>
            </a:extLst>
          </p:cNvPr>
          <p:cNvSpPr/>
          <p:nvPr/>
        </p:nvSpPr>
        <p:spPr>
          <a:xfrm flipH="1">
            <a:off x="636284" y="1303808"/>
            <a:ext cx="2415607" cy="3339846"/>
          </a:xfrm>
          <a:prstGeom prst="roundRect">
            <a:avLst>
              <a:gd name="adj" fmla="val 4703"/>
            </a:avLst>
          </a:prstGeom>
          <a:solidFill>
            <a:schemeClr val="bg1"/>
          </a:solidFill>
          <a:ln>
            <a:noFill/>
          </a:ln>
          <a:effectLst>
            <a:outerShdw blurRad="203200" dist="63500" dir="5400000" sx="101000" sy="101000" algn="t" rotWithShape="0">
              <a:srgbClr val="E4E4E4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21" name="Rectangle: Rounded Corners 6">
            <a:extLst>
              <a:ext uri="{FF2B5EF4-FFF2-40B4-BE49-F238E27FC236}">
                <a16:creationId xmlns:a16="http://schemas.microsoft.com/office/drawing/2014/main" id="{1723B59C-888A-D5FC-4CFA-7E4212C3DA0B}"/>
              </a:ext>
            </a:extLst>
          </p:cNvPr>
          <p:cNvSpPr/>
          <p:nvPr/>
        </p:nvSpPr>
        <p:spPr>
          <a:xfrm flipH="1">
            <a:off x="3365300" y="1303808"/>
            <a:ext cx="2415607" cy="3339846"/>
          </a:xfrm>
          <a:prstGeom prst="roundRect">
            <a:avLst>
              <a:gd name="adj" fmla="val 4703"/>
            </a:avLst>
          </a:prstGeom>
          <a:solidFill>
            <a:schemeClr val="bg1"/>
          </a:solidFill>
          <a:ln>
            <a:noFill/>
          </a:ln>
          <a:effectLst>
            <a:outerShdw blurRad="203200" dist="63500" dir="5400000" sx="101000" sy="101000" algn="t" rotWithShape="0">
              <a:srgbClr val="E4E4E4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24" name="Rectangle: Rounded Corners 8">
            <a:extLst>
              <a:ext uri="{FF2B5EF4-FFF2-40B4-BE49-F238E27FC236}">
                <a16:creationId xmlns:a16="http://schemas.microsoft.com/office/drawing/2014/main" id="{C05D3095-A8DA-D04B-AF73-13590504DBFC}"/>
              </a:ext>
            </a:extLst>
          </p:cNvPr>
          <p:cNvSpPr/>
          <p:nvPr/>
        </p:nvSpPr>
        <p:spPr>
          <a:xfrm flipH="1">
            <a:off x="6090598" y="1303808"/>
            <a:ext cx="2415607" cy="3339846"/>
          </a:xfrm>
          <a:prstGeom prst="roundRect">
            <a:avLst>
              <a:gd name="adj" fmla="val 4703"/>
            </a:avLst>
          </a:prstGeom>
          <a:solidFill>
            <a:schemeClr val="bg1"/>
          </a:solidFill>
          <a:ln>
            <a:noFill/>
          </a:ln>
          <a:effectLst>
            <a:outerShdw blurRad="203200" dist="63500" dir="5400000" sx="101000" sy="101000" algn="t" rotWithShape="0">
              <a:srgbClr val="E4E4E4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C9956A-3AF3-6C28-5DDF-CF85C66CDC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380" y="2311005"/>
            <a:ext cx="2014429" cy="2113984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338"/>
              </a:spcBef>
              <a:buFont typeface="Calibri" panose="020F0502020204030204" pitchFamily="34" charset="0"/>
              <a:buNone/>
              <a:defRPr sz="900"/>
            </a:lvl3pPr>
            <a:lvl4pPr marL="384572" indent="0">
              <a:buNone/>
              <a:defRPr/>
            </a:lvl4pPr>
            <a:lvl5pPr marL="521208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A8DB2223-E59E-47B9-9273-F02496BD276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38380" y="1543050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FB9DA214-4AF0-D507-E953-76477A5B8E2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65889" y="1543049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9E2629A-B6C3-8795-B2C9-40149CF2008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91187" y="1543049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E538E8E2-95E8-F63E-A5D3-FA1471E8C5B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565889" y="2311005"/>
            <a:ext cx="2014429" cy="2113984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None/>
              <a:defRPr sz="900"/>
            </a:lvl3pPr>
            <a:lvl4pPr marL="384572" indent="0">
              <a:buNone/>
              <a:defRPr/>
            </a:lvl4pPr>
            <a:lvl5pPr marL="521208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0E6DBFF1-8DF7-BD79-DBD3-29BF67E782F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91187" y="2311005"/>
            <a:ext cx="2014429" cy="2113984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None/>
              <a:defRPr sz="900"/>
            </a:lvl3pPr>
            <a:lvl4pPr marL="384572" indent="0">
              <a:buNone/>
              <a:defRPr/>
            </a:lvl4pPr>
            <a:lvl5pPr marL="521208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F3CF378-AD82-BA93-925D-6323FA30C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BEB48D-05FA-B588-F837-5A59E017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7957EBFA-536B-6A44-DD06-79E03057A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78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A8DB2223-E59E-47B9-9273-F02496BD276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7792" y="1285875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FB9DA214-4AF0-D507-E953-76477A5B8E2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65302" y="1285874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9E2629A-B6C3-8795-B2C9-40149CF2008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682" y="1285874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5821FB-83D9-383C-A8DF-3A6151448B99}"/>
              </a:ext>
            </a:extLst>
          </p:cNvPr>
          <p:cNvCxnSpPr>
            <a:cxnSpLocks/>
          </p:cNvCxnSpPr>
          <p:nvPr/>
        </p:nvCxnSpPr>
        <p:spPr>
          <a:xfrm>
            <a:off x="5860626" y="1291118"/>
            <a:ext cx="0" cy="3342409"/>
          </a:xfrm>
          <a:prstGeom prst="line">
            <a:avLst/>
          </a:prstGeom>
          <a:ln w="12700" cap="rnd">
            <a:solidFill>
              <a:schemeClr val="accent6"/>
            </a:solidFill>
            <a:round/>
            <a:headEnd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AA5809-2E2C-AF5D-37FD-3328733FB251}"/>
              </a:ext>
            </a:extLst>
          </p:cNvPr>
          <p:cNvCxnSpPr>
            <a:cxnSpLocks/>
          </p:cNvCxnSpPr>
          <p:nvPr/>
        </p:nvCxnSpPr>
        <p:spPr>
          <a:xfrm>
            <a:off x="3134095" y="1291118"/>
            <a:ext cx="0" cy="3342409"/>
          </a:xfrm>
          <a:prstGeom prst="line">
            <a:avLst/>
          </a:prstGeom>
          <a:ln w="12700" cap="rnd">
            <a:solidFill>
              <a:schemeClr val="accent6"/>
            </a:solidFill>
            <a:round/>
            <a:headEnd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7353A60-9DB2-4CE7-0954-FE0E65887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A3678989-549D-7072-0E92-06494DB389F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3301" y="2053828"/>
            <a:ext cx="2278967" cy="2571751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Char char="​"/>
              <a:defRPr sz="900"/>
            </a:lvl3pPr>
            <a:lvl4pPr marL="128588" indent="-128588">
              <a:lnSpc>
                <a:spcPct val="95000"/>
              </a:lnSpc>
              <a:spcBef>
                <a:spcPts val="4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4pPr>
            <a:lvl5pPr marL="259556" indent="-1285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874E98DF-8EE5-B49B-2C08-9CE72E8FBCD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60811" y="2053828"/>
            <a:ext cx="2277989" cy="2571751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Char char="​"/>
              <a:defRPr sz="900"/>
            </a:lvl3pPr>
            <a:lvl4pPr marL="128588" indent="-128588">
              <a:lnSpc>
                <a:spcPct val="95000"/>
              </a:lnSpc>
              <a:spcBef>
                <a:spcPts val="4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4pPr>
            <a:lvl5pPr marL="259556" indent="-1285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45630FEA-C75E-E0BE-33B4-2EF61AEC020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92192" y="2053828"/>
            <a:ext cx="2275460" cy="2571751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Char char="​"/>
              <a:defRPr sz="900"/>
            </a:lvl3pPr>
            <a:lvl4pPr marL="128588" indent="-128588">
              <a:lnSpc>
                <a:spcPct val="95000"/>
              </a:lnSpc>
              <a:spcBef>
                <a:spcPts val="4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4pPr>
            <a:lvl5pPr marL="259556" indent="-1285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9AD1C99-B959-220A-7296-01B6B094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FF00447-233B-F21C-DA4D-B948A5949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156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55972A10-27D2-0E0B-6676-3FD3605F37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7792" y="1285875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6E17C133-DBF6-EF3E-6BB3-5AC86AEB350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683179" y="1285874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295501DA-32A2-782B-1AB2-0822EC8359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28565" y="1285874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8BAB6E7-B848-0442-1F54-24C5B7F9963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773950" y="1285874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DB24458-01C8-1A14-4D6B-5538DCF3C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EA3F936-1565-2DFB-6D2D-71FF924B1507}"/>
              </a:ext>
            </a:extLst>
          </p:cNvPr>
          <p:cNvCxnSpPr>
            <a:cxnSpLocks/>
          </p:cNvCxnSpPr>
          <p:nvPr/>
        </p:nvCxnSpPr>
        <p:spPr>
          <a:xfrm>
            <a:off x="4497465" y="1313307"/>
            <a:ext cx="0" cy="3342409"/>
          </a:xfrm>
          <a:prstGeom prst="line">
            <a:avLst/>
          </a:prstGeom>
          <a:ln w="12700" cap="rnd">
            <a:solidFill>
              <a:schemeClr val="accent6"/>
            </a:solidFill>
            <a:round/>
            <a:headEnd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EABD859-D189-D180-1E77-C22001E5C35E}"/>
              </a:ext>
            </a:extLst>
          </p:cNvPr>
          <p:cNvCxnSpPr>
            <a:cxnSpLocks/>
          </p:cNvCxnSpPr>
          <p:nvPr/>
        </p:nvCxnSpPr>
        <p:spPr>
          <a:xfrm>
            <a:off x="2450780" y="1283170"/>
            <a:ext cx="0" cy="3342409"/>
          </a:xfrm>
          <a:prstGeom prst="line">
            <a:avLst/>
          </a:prstGeom>
          <a:ln w="12700" cap="rnd">
            <a:solidFill>
              <a:schemeClr val="accent6"/>
            </a:solidFill>
            <a:round/>
            <a:headEnd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44AACB-6B9A-81A8-2B95-0A8285AEFC1E}"/>
              </a:ext>
            </a:extLst>
          </p:cNvPr>
          <p:cNvCxnSpPr>
            <a:cxnSpLocks/>
          </p:cNvCxnSpPr>
          <p:nvPr/>
        </p:nvCxnSpPr>
        <p:spPr>
          <a:xfrm>
            <a:off x="6542959" y="1313307"/>
            <a:ext cx="0" cy="3342409"/>
          </a:xfrm>
          <a:prstGeom prst="line">
            <a:avLst/>
          </a:prstGeom>
          <a:ln w="12700" cap="rnd">
            <a:solidFill>
              <a:schemeClr val="accent6"/>
            </a:solidFill>
            <a:round/>
            <a:headEnd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611075C-0B79-90EA-E11E-A747A58C1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352FCEFD-0E87-4586-2926-D638F12CDDE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3302" y="2053828"/>
            <a:ext cx="1593167" cy="2571751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Char char="​"/>
              <a:defRPr sz="900"/>
            </a:lvl3pPr>
            <a:lvl4pPr marL="128588" indent="-128588">
              <a:lnSpc>
                <a:spcPct val="95000"/>
              </a:lnSpc>
              <a:spcBef>
                <a:spcPts val="4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4pPr>
            <a:lvl5pPr marL="259556" indent="-1285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39B250C5-C7E8-971E-99DF-FAFEA0BE516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683179" y="2053828"/>
            <a:ext cx="1593547" cy="2571751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Char char="​"/>
              <a:defRPr sz="900"/>
            </a:lvl3pPr>
            <a:lvl4pPr marL="128588" indent="-128588">
              <a:lnSpc>
                <a:spcPct val="95000"/>
              </a:lnSpc>
              <a:spcBef>
                <a:spcPts val="4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4pPr>
            <a:lvl5pPr marL="259556" indent="-1285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8254EADA-E945-A0C3-CC1E-64ADBF63A29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28565" y="2053828"/>
            <a:ext cx="1593654" cy="2571751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Char char="​"/>
              <a:defRPr sz="900"/>
            </a:lvl3pPr>
            <a:lvl4pPr marL="128588" indent="-128588">
              <a:lnSpc>
                <a:spcPct val="95000"/>
              </a:lnSpc>
              <a:spcBef>
                <a:spcPts val="4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4pPr>
            <a:lvl5pPr marL="259556" indent="-1285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63974657-EFEC-4632-C5B7-D7D45A30CF64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73950" y="2053828"/>
            <a:ext cx="1592810" cy="2571751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Char char="​"/>
              <a:defRPr sz="900"/>
            </a:lvl3pPr>
            <a:lvl4pPr marL="128588" indent="-128588">
              <a:lnSpc>
                <a:spcPct val="95000"/>
              </a:lnSpc>
              <a:spcBef>
                <a:spcPts val="4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4pPr>
            <a:lvl5pPr marL="259556" indent="-1285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C034F84-BBF3-F2C2-CBDE-93B7E168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2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con Shor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A8DB2223-E59E-47B9-9273-F02496BD276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3302" y="1547527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FB9DA214-4AF0-D507-E953-76477A5B8E2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60811" y="1547527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9E2629A-B6C3-8795-B2C9-40149CF2008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2192" y="1547527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9B89259-628F-E438-302F-077CCDCB9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5821FB-83D9-383C-A8DF-3A6151448B99}"/>
              </a:ext>
            </a:extLst>
          </p:cNvPr>
          <p:cNvCxnSpPr>
            <a:cxnSpLocks/>
          </p:cNvCxnSpPr>
          <p:nvPr/>
        </p:nvCxnSpPr>
        <p:spPr>
          <a:xfrm>
            <a:off x="5860626" y="1539478"/>
            <a:ext cx="0" cy="2828925"/>
          </a:xfrm>
          <a:prstGeom prst="line">
            <a:avLst/>
          </a:prstGeom>
          <a:ln w="12700" cap="rnd">
            <a:solidFill>
              <a:schemeClr val="accent6"/>
            </a:solidFill>
            <a:round/>
            <a:headEnd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AA5809-2E2C-AF5D-37FD-3328733FB251}"/>
              </a:ext>
            </a:extLst>
          </p:cNvPr>
          <p:cNvCxnSpPr>
            <a:cxnSpLocks/>
          </p:cNvCxnSpPr>
          <p:nvPr/>
        </p:nvCxnSpPr>
        <p:spPr>
          <a:xfrm>
            <a:off x="3134095" y="1539478"/>
            <a:ext cx="0" cy="2828925"/>
          </a:xfrm>
          <a:prstGeom prst="line">
            <a:avLst/>
          </a:prstGeom>
          <a:ln w="12700" cap="rnd">
            <a:solidFill>
              <a:schemeClr val="accent6"/>
            </a:solidFill>
            <a:round/>
            <a:headEnd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7353A60-9DB2-4CE7-0954-FE0E65887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F83B6626-80A2-2AAD-04C8-43F4C0084C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3301" y="2301252"/>
            <a:ext cx="2274206" cy="2080037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Char char="​"/>
              <a:defRPr sz="900"/>
            </a:lvl3pPr>
            <a:lvl4pPr marL="128588" indent="-128588">
              <a:lnSpc>
                <a:spcPct val="95000"/>
              </a:lnSpc>
              <a:spcBef>
                <a:spcPts val="4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4pPr>
            <a:lvl5pPr marL="259556" indent="-1285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7FC089D7-570A-7D95-E1EA-A9351C07EFB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60811" y="2301252"/>
            <a:ext cx="2277989" cy="2080037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Char char="​"/>
              <a:defRPr sz="900"/>
            </a:lvl3pPr>
            <a:lvl4pPr marL="128588" indent="-128588">
              <a:lnSpc>
                <a:spcPct val="95000"/>
              </a:lnSpc>
              <a:spcBef>
                <a:spcPts val="4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4pPr>
            <a:lvl5pPr marL="259556" indent="-1285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D4097AAF-5F9C-E651-29F6-E714E2BD57A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92192" y="2301252"/>
            <a:ext cx="2275521" cy="2080037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Char char="​"/>
              <a:defRPr sz="900"/>
            </a:lvl3pPr>
            <a:lvl4pPr marL="128588" indent="-128588">
              <a:lnSpc>
                <a:spcPct val="95000"/>
              </a:lnSpc>
              <a:spcBef>
                <a:spcPts val="4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4pPr>
            <a:lvl5pPr marL="259556" indent="-1285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46B12CF-615E-30D0-A5B0-323885AD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357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Icon Shor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55972A10-27D2-0E0B-6676-3FD3605F37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7792" y="1551326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6E17C133-DBF6-EF3E-6BB3-5AC86AEB350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683179" y="1551325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295501DA-32A2-782B-1AB2-0822EC8359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28565" y="1551325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8BAB6E7-B848-0442-1F54-24C5B7F9963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773950" y="1551325"/>
            <a:ext cx="530336" cy="510779"/>
          </a:xfrm>
        </p:spPr>
        <p:txBody>
          <a:bodyPr/>
          <a:lstStyle>
            <a:lvl1pPr algn="ctr">
              <a:defRPr sz="675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DB24458-01C8-1A14-4D6B-5538DCF3C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EABD859-D189-D180-1E77-C22001E5C35E}"/>
              </a:ext>
            </a:extLst>
          </p:cNvPr>
          <p:cNvCxnSpPr>
            <a:cxnSpLocks/>
          </p:cNvCxnSpPr>
          <p:nvPr/>
        </p:nvCxnSpPr>
        <p:spPr>
          <a:xfrm>
            <a:off x="2450780" y="1551325"/>
            <a:ext cx="0" cy="2829964"/>
          </a:xfrm>
          <a:prstGeom prst="line">
            <a:avLst/>
          </a:prstGeom>
          <a:ln w="12700" cap="rnd">
            <a:solidFill>
              <a:schemeClr val="accent6"/>
            </a:solidFill>
            <a:round/>
            <a:headEnd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EA3F936-1565-2DFB-6D2D-71FF924B1507}"/>
              </a:ext>
            </a:extLst>
          </p:cNvPr>
          <p:cNvCxnSpPr>
            <a:cxnSpLocks/>
          </p:cNvCxnSpPr>
          <p:nvPr/>
        </p:nvCxnSpPr>
        <p:spPr>
          <a:xfrm>
            <a:off x="4497465" y="1539478"/>
            <a:ext cx="0" cy="2841810"/>
          </a:xfrm>
          <a:prstGeom prst="line">
            <a:avLst/>
          </a:prstGeom>
          <a:ln w="12700" cap="rnd">
            <a:solidFill>
              <a:schemeClr val="accent6"/>
            </a:solidFill>
            <a:round/>
            <a:headEnd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44AACB-6B9A-81A8-2B95-0A8285AEFC1E}"/>
              </a:ext>
            </a:extLst>
          </p:cNvPr>
          <p:cNvCxnSpPr>
            <a:cxnSpLocks/>
          </p:cNvCxnSpPr>
          <p:nvPr/>
        </p:nvCxnSpPr>
        <p:spPr>
          <a:xfrm>
            <a:off x="6542959" y="1539478"/>
            <a:ext cx="0" cy="2841810"/>
          </a:xfrm>
          <a:prstGeom prst="line">
            <a:avLst/>
          </a:prstGeom>
          <a:ln w="12700" cap="rnd">
            <a:solidFill>
              <a:schemeClr val="accent6"/>
            </a:solidFill>
            <a:round/>
            <a:headEnd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611075C-0B79-90EA-E11E-A747A58C1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3377E94-598D-4AB5-26CB-D488578E77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3302" y="2301252"/>
            <a:ext cx="1593167" cy="2080037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Char char="​"/>
              <a:defRPr sz="900"/>
            </a:lvl3pPr>
            <a:lvl4pPr marL="128588" indent="-128588">
              <a:lnSpc>
                <a:spcPct val="95000"/>
              </a:lnSpc>
              <a:spcBef>
                <a:spcPts val="4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4pPr>
            <a:lvl5pPr marL="259556" indent="-1285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D53B39F-02A3-12B6-6EA2-3821FA101CA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683179" y="2301252"/>
            <a:ext cx="1588784" cy="2080037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Char char="​"/>
              <a:defRPr sz="900"/>
            </a:lvl3pPr>
            <a:lvl4pPr marL="128588" indent="-128588">
              <a:lnSpc>
                <a:spcPct val="95000"/>
              </a:lnSpc>
              <a:spcBef>
                <a:spcPts val="4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4pPr>
            <a:lvl5pPr marL="259556" indent="-1285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1548EB5A-838E-5D19-4DC8-25481031E6A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28565" y="2301252"/>
            <a:ext cx="1591273" cy="2080037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Char char="​"/>
              <a:defRPr sz="900"/>
            </a:lvl3pPr>
            <a:lvl4pPr marL="128588" indent="-128588">
              <a:lnSpc>
                <a:spcPct val="95000"/>
              </a:lnSpc>
              <a:spcBef>
                <a:spcPts val="4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4pPr>
            <a:lvl5pPr marL="259556" indent="-1285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47DEA1F1-7F6E-1E74-ACF5-9C3ECE246D3C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73950" y="2301252"/>
            <a:ext cx="1591382" cy="2080037"/>
          </a:xfrm>
        </p:spPr>
        <p:txBody>
          <a:bodyPr/>
          <a:lstStyle>
            <a:lvl2pPr marL="0" indent="0">
              <a:spcBef>
                <a:spcPts val="450"/>
              </a:spcBef>
              <a:spcAft>
                <a:spcPts val="150"/>
              </a:spcAft>
              <a:buFont typeface="Calibri" panose="020F0502020204030204" pitchFamily="34" charset="0"/>
              <a:buChar char="​"/>
              <a:defRPr sz="1200"/>
            </a:lvl2pPr>
            <a:lvl3pPr marL="0" indent="0">
              <a:spcBef>
                <a:spcPts val="0"/>
              </a:spcBef>
              <a:buFont typeface="Calibri" panose="020F0502020204030204" pitchFamily="34" charset="0"/>
              <a:buChar char="​"/>
              <a:defRPr sz="900"/>
            </a:lvl3pPr>
            <a:lvl4pPr marL="128588" indent="-128588">
              <a:lnSpc>
                <a:spcPct val="95000"/>
              </a:lnSpc>
              <a:spcBef>
                <a:spcPts val="4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200"/>
            </a:lvl4pPr>
            <a:lvl5pPr marL="259556" indent="-1285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3B588DD-0F83-DC93-24D3-12A4A83B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54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2 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6ABDF3E9-C703-31CD-E80E-A041AF16C68D}"/>
              </a:ext>
            </a:extLst>
          </p:cNvPr>
          <p:cNvSpPr/>
          <p:nvPr/>
        </p:nvSpPr>
        <p:spPr>
          <a:xfrm flipH="1">
            <a:off x="5025654" y="1105786"/>
            <a:ext cx="3733155" cy="3519793"/>
          </a:xfrm>
          <a:prstGeom prst="roundRect">
            <a:avLst>
              <a:gd name="adj" fmla="val 2650"/>
            </a:avLst>
          </a:prstGeom>
          <a:solidFill>
            <a:schemeClr val="bg1"/>
          </a:solidFill>
          <a:ln>
            <a:noFill/>
          </a:ln>
          <a:effectLst>
            <a:outerShdw blurRad="203200" dist="63500" dir="5400000" sx="101000" sy="101000" algn="t" rotWithShape="0">
              <a:srgbClr val="E4E4E4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27" name="Content Placeholder 6">
            <a:extLst>
              <a:ext uri="{FF2B5EF4-FFF2-40B4-BE49-F238E27FC236}">
                <a16:creationId xmlns:a16="http://schemas.microsoft.com/office/drawing/2014/main" id="{E455BB13-BFAE-84AC-D2E6-7B39C32BAC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6" y="1261917"/>
            <a:ext cx="4391853" cy="33636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382198A-5BA8-F954-1B76-590DE4E85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017" y="806587"/>
            <a:ext cx="8370792" cy="229919"/>
          </a:xfrm>
        </p:spPr>
        <p:txBody>
          <a:bodyPr>
            <a:noAutofit/>
          </a:bodyPr>
          <a:lstStyle>
            <a:lvl1pPr marL="0" indent="0" algn="l">
              <a:lnSpc>
                <a:spcPct val="83000"/>
              </a:lnSpc>
              <a:spcBef>
                <a:spcPts val="1350"/>
              </a:spcBef>
              <a:buNone/>
              <a:defRPr sz="1500" b="0">
                <a:solidFill>
                  <a:schemeClr val="tx1">
                    <a:lumMod val="50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6" name="Content Placeholder 6">
            <a:extLst>
              <a:ext uri="{FF2B5EF4-FFF2-40B4-BE49-F238E27FC236}">
                <a16:creationId xmlns:a16="http://schemas.microsoft.com/office/drawing/2014/main" id="{3C0D0F15-92D1-5217-DFBF-23E692389BA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85434" y="1261918"/>
            <a:ext cx="3413595" cy="147813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0" name="Content Placeholder 6">
            <a:extLst>
              <a:ext uri="{FF2B5EF4-FFF2-40B4-BE49-F238E27FC236}">
                <a16:creationId xmlns:a16="http://schemas.microsoft.com/office/drawing/2014/main" id="{DB6415D8-68D2-97F3-6F4C-F2D937DE5B9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85434" y="2990395"/>
            <a:ext cx="3413595" cy="147813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0AA0884-031D-1D74-A3C5-C9A6C3EA75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6720A02-539F-2A7A-D450-0DFC5DA8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63954-2E39-E430-2C92-25926A6AF8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06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46FB36-D7AC-AFA2-642B-8C95705AC3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365760"/>
          <a:lstStyle>
            <a:lvl1pPr algn="ctr">
              <a:buNone/>
              <a:defRPr b="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36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Screen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66FB44AF-21B8-2DE8-5F53-129ADDA67721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vert="horz" lIns="0" tIns="365760" rIns="0" bIns="0" rtlCol="0">
            <a:noAutofit/>
          </a:bodyPr>
          <a:lstStyle>
            <a:lvl1pPr marL="0" indent="0" algn="ctr" defTabSz="685800" rtl="0" eaLnBrk="1" latinLnBrk="0" hangingPunct="1">
              <a:lnSpc>
                <a:spcPct val="92000"/>
              </a:lnSpc>
              <a:spcBef>
                <a:spcPts val="90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 lang="en-US" sz="15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icon to add media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76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3EDF2EB-7664-302E-4A24-53E0A6321DF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04819" y="2148993"/>
            <a:ext cx="1580253" cy="84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230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92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475" y="455418"/>
            <a:ext cx="8387334" cy="321771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371474" y="1285875"/>
            <a:ext cx="8387334" cy="333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8279607" y="4883085"/>
            <a:ext cx="231362" cy="10688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r" defTabSz="685800" rtl="0" eaLnBrk="1" latinLnBrk="0" hangingPunct="1">
              <a:lnSpc>
                <a:spcPct val="125000"/>
              </a:lnSpc>
            </a:pPr>
            <a:fld id="{B01BFD70-D99E-427C-A01B-19B2BB56A3C8}" type="slidenum">
              <a:rPr lang="en-US" sz="600" kern="1200" smtClean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pPr marL="0" lvl="0" algn="r" defTabSz="685800" rtl="0" eaLnBrk="1" latinLnBrk="0" hangingPunct="1">
                <a:lnSpc>
                  <a:spcPct val="125000"/>
                </a:lnSpc>
              </a:pPr>
              <a:t>‹#›</a:t>
            </a:fld>
            <a:endParaRPr lang="en-US" sz="600" kern="120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149C81B-6BB7-4307-8233-8B2113C69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4875" y="4902258"/>
            <a:ext cx="6617494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514350">
              <a:lnSpc>
                <a:spcPct val="95000"/>
              </a:lnSpc>
              <a:spcBef>
                <a:spcPts val="900"/>
              </a:spcBef>
              <a:buClr>
                <a:srgbClr val="3253DC"/>
              </a:buClr>
            </a:pPr>
            <a:endParaRPr lang="en-IN"/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AD30ED52-1BE6-FF85-BF6D-C8066A30AD89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70285" y="4838614"/>
            <a:ext cx="393334" cy="210455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350657C-CD7C-7AF5-9256-4DE8BF5724D7}"/>
              </a:ext>
            </a:extLst>
          </p:cNvPr>
          <p:cNvSpPr txBox="1">
            <a:spLocks/>
          </p:cNvSpPr>
          <p:nvPr/>
        </p:nvSpPr>
        <p:spPr>
          <a:xfrm>
            <a:off x="7790641" y="4902258"/>
            <a:ext cx="535781" cy="877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defTabSz="685800">
              <a:lnSpc>
                <a:spcPct val="95000"/>
              </a:lnSpc>
              <a:spcBef>
                <a:spcPts val="1200"/>
              </a:spcBef>
              <a:buClr>
                <a:srgbClr val="3253DC"/>
              </a:buClr>
              <a:buFont typeface="Arial" panose="020B0604020202020204" pitchFamily="34" charset="0"/>
              <a:buNone/>
              <a:defRPr sz="800" baseline="0">
                <a:solidFill>
                  <a:schemeClr val="accent2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600">
                <a:solidFill>
                  <a:schemeClr val="tx1">
                    <a:lumMod val="60000"/>
                    <a:lumOff val="40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10116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4763" indent="0" algn="l" defTabSz="685800" rtl="0" eaLnBrk="1" latinLnBrk="0" hangingPunct="1">
        <a:lnSpc>
          <a:spcPct val="82000"/>
        </a:lnSpc>
        <a:spcBef>
          <a:spcPct val="0"/>
        </a:spcBef>
        <a:buNone/>
        <a:tabLst/>
        <a:defRPr sz="2700" b="1" kern="1200" baseline="0">
          <a:solidFill>
            <a:schemeClr val="tx1">
              <a:lumMod val="50000"/>
            </a:schemeClr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92000"/>
        </a:lnSpc>
        <a:spcBef>
          <a:spcPts val="900"/>
        </a:spcBef>
        <a:spcAft>
          <a:spcPts val="300"/>
        </a:spcAft>
        <a:buClrTx/>
        <a:buFont typeface="Arial" panose="020B0604020202020204" pitchFamily="34" charset="0"/>
        <a:buChar char="​"/>
        <a:defRPr sz="1500" b="0" kern="1200" baseline="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1pPr>
      <a:lvl2pPr marL="130969" indent="-130969" algn="l" defTabSz="685800" rtl="0" eaLnBrk="1" latinLnBrk="0" hangingPunct="1">
        <a:lnSpc>
          <a:spcPct val="95000"/>
        </a:lnSpc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•"/>
        <a:defRPr sz="1200" kern="1200" baseline="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2pPr>
      <a:lvl3pPr marL="301752" indent="-121444" algn="l" defTabSz="685800" rtl="0" eaLnBrk="1" latinLnBrk="0" hangingPunct="1">
        <a:lnSpc>
          <a:spcPct val="102000"/>
        </a:lnSpc>
        <a:spcBef>
          <a:spcPts val="150"/>
        </a:spcBef>
        <a:spcAft>
          <a:spcPts val="338"/>
        </a:spcAft>
        <a:buClr>
          <a:schemeClr val="tx1">
            <a:lumMod val="85000"/>
            <a:lumOff val="15000"/>
          </a:schemeClr>
        </a:buClr>
        <a:buFont typeface="Microsoft Sans Serif" panose="020B0604020202020204" pitchFamily="34" charset="0"/>
        <a:buChar char="•"/>
        <a:defRPr lang="en-US" sz="1050" kern="1200" dirty="0" smtClean="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514350" indent="-129779" algn="l" defTabSz="685800" rtl="0" eaLnBrk="1" latinLnBrk="0" hangingPunct="1">
        <a:lnSpc>
          <a:spcPct val="92000"/>
        </a:lnSpc>
        <a:spcBef>
          <a:spcPts val="0"/>
        </a:spcBef>
        <a:spcAft>
          <a:spcPts val="338"/>
        </a:spcAft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9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644652" indent="-123444" algn="l" defTabSz="685800" rtl="0" eaLnBrk="1" latinLnBrk="0" hangingPunct="1">
        <a:lnSpc>
          <a:spcPct val="92000"/>
        </a:lnSpc>
        <a:spcBef>
          <a:spcPts val="0"/>
        </a:spcBef>
        <a:spcAft>
          <a:spcPts val="338"/>
        </a:spcAft>
        <a:buClr>
          <a:srgbClr val="595959"/>
        </a:buClr>
        <a:buFont typeface="Arial" panose="020B0604020202020204" pitchFamily="34" charset="0"/>
        <a:buChar char="•"/>
        <a:tabLst/>
        <a:defRPr sz="900" kern="1200" baseline="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ct val="85000"/>
        </a:lnSpc>
        <a:spcBef>
          <a:spcPts val="750"/>
        </a:spcBef>
        <a:spcAft>
          <a:spcPts val="300"/>
        </a:spcAft>
        <a:buClrTx/>
        <a:buFont typeface="Microsoft Sans Serif" panose="020B0604020202020204" pitchFamily="34" charset="0"/>
        <a:buChar char="​"/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6pPr>
      <a:lvl7pPr marL="0" indent="0" algn="l" defTabSz="685800" rtl="0" eaLnBrk="1" latinLnBrk="0" hangingPunct="1">
        <a:lnSpc>
          <a:spcPct val="95000"/>
        </a:lnSpc>
        <a:spcBef>
          <a:spcPts val="300"/>
        </a:spcBef>
        <a:spcAft>
          <a:spcPts val="300"/>
        </a:spcAft>
        <a:buFont typeface="Microsoft Sans Serif" panose="020B0604020202020204" pitchFamily="34" charset="0"/>
        <a:buChar char="​"/>
        <a:defRPr sz="1200" kern="1200" baseline="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7pPr>
      <a:lvl8pPr marL="130302" indent="-130302" algn="l" defTabSz="685800" rtl="0" eaLnBrk="1" latinLnBrk="0" hangingPunct="1">
        <a:lnSpc>
          <a:spcPct val="95000"/>
        </a:lnSpc>
        <a:spcBef>
          <a:spcPts val="300"/>
        </a:spcBef>
        <a:spcAft>
          <a:spcPts val="300"/>
        </a:spcAft>
        <a:buSzPct val="100000"/>
        <a:buFont typeface="Arial" panose="020B0604020202020204" pitchFamily="34" charset="0"/>
        <a:buChar char="•"/>
        <a:defRPr lang="en-US" sz="1050" kern="1200" baseline="0" dirty="0" smtClean="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8pPr>
      <a:lvl9pPr marL="301752" indent="-130302" algn="l" defTabSz="6858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Font typeface="Microsoft Sans Serif" panose="020B0604020202020204" pitchFamily="34" charset="0"/>
        <a:buChar char="–"/>
        <a:defRPr sz="900" kern="1200" baseline="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080">
          <p15:clr>
            <a:srgbClr val="F26B43"/>
          </p15:clr>
        </p15:guide>
        <p15:guide id="6" pos="7368">
          <p15:clr>
            <a:srgbClr val="F26B43"/>
          </p15:clr>
        </p15:guide>
        <p15:guide id="7" orient="horz" pos="4176">
          <p15:clr>
            <a:srgbClr val="F26B43"/>
          </p15:clr>
        </p15:guide>
        <p15:guide id="9" pos="3840">
          <p15:clr>
            <a:srgbClr val="F26B43"/>
          </p15:clr>
        </p15:guide>
        <p15:guide id="11" orient="horz" pos="4029">
          <p15:clr>
            <a:srgbClr val="F26B43"/>
          </p15:clr>
        </p15:guide>
        <p15:guide id="12" pos="311">
          <p15:clr>
            <a:srgbClr val="F26B43"/>
          </p15:clr>
        </p15:guide>
        <p15:guide id="13" pos="760">
          <p15:clr>
            <a:srgbClr val="F26B43"/>
          </p15:clr>
        </p15:guide>
        <p15:guide id="14" pos="911">
          <p15:clr>
            <a:srgbClr val="F26B43"/>
          </p15:clr>
        </p15:guide>
        <p15:guide id="15" pos="1361">
          <p15:clr>
            <a:srgbClr val="F26B43"/>
          </p15:clr>
        </p15:guide>
        <p15:guide id="16" pos="1512">
          <p15:clr>
            <a:srgbClr val="F26B43"/>
          </p15:clr>
        </p15:guide>
        <p15:guide id="17" pos="1961">
          <p15:clr>
            <a:srgbClr val="F26B43"/>
          </p15:clr>
        </p15:guide>
        <p15:guide id="18" pos="2113">
          <p15:clr>
            <a:srgbClr val="F26B43"/>
          </p15:clr>
        </p15:guide>
        <p15:guide id="19" pos="2562">
          <p15:clr>
            <a:srgbClr val="F26B43"/>
          </p15:clr>
        </p15:guide>
        <p15:guide id="20" pos="2714">
          <p15:clr>
            <a:srgbClr val="F26B43"/>
          </p15:clr>
        </p15:guide>
        <p15:guide id="21" pos="3163">
          <p15:clr>
            <a:srgbClr val="F26B43"/>
          </p15:clr>
        </p15:guide>
        <p15:guide id="22" pos="3314">
          <p15:clr>
            <a:srgbClr val="F26B43"/>
          </p15:clr>
        </p15:guide>
        <p15:guide id="23" pos="3764">
          <p15:clr>
            <a:srgbClr val="F26B43"/>
          </p15:clr>
        </p15:guide>
        <p15:guide id="24" pos="3915">
          <p15:clr>
            <a:srgbClr val="F26B43"/>
          </p15:clr>
        </p15:guide>
        <p15:guide id="25" pos="4365">
          <p15:clr>
            <a:srgbClr val="F26B43"/>
          </p15:clr>
        </p15:guide>
        <p15:guide id="26" pos="4516">
          <p15:clr>
            <a:srgbClr val="F26B43"/>
          </p15:clr>
        </p15:guide>
        <p15:guide id="27" pos="4965">
          <p15:clr>
            <a:srgbClr val="F26B43"/>
          </p15:clr>
        </p15:guide>
        <p15:guide id="28" pos="5117">
          <p15:clr>
            <a:srgbClr val="F26B43"/>
          </p15:clr>
        </p15:guide>
        <p15:guide id="29" pos="5566">
          <p15:clr>
            <a:srgbClr val="F26B43"/>
          </p15:clr>
        </p15:guide>
        <p15:guide id="30" pos="5718">
          <p15:clr>
            <a:srgbClr val="F26B43"/>
          </p15:clr>
        </p15:guide>
        <p15:guide id="31" pos="6167">
          <p15:clr>
            <a:srgbClr val="F26B43"/>
          </p15:clr>
        </p15:guide>
        <p15:guide id="32" pos="6318">
          <p15:clr>
            <a:srgbClr val="F26B43"/>
          </p15:clr>
        </p15:guide>
        <p15:guide id="33" pos="6768">
          <p15:clr>
            <a:srgbClr val="F26B43"/>
          </p15:clr>
        </p15:guide>
        <p15:guide id="34" pos="6919">
          <p15:clr>
            <a:srgbClr val="F26B43"/>
          </p15:clr>
        </p15:guide>
        <p15:guide id="35" orient="horz" pos="861">
          <p15:clr>
            <a:srgbClr val="F26B43"/>
          </p15:clr>
        </p15:guide>
        <p15:guide id="36">
          <p15:clr>
            <a:srgbClr val="F26B43"/>
          </p15:clr>
        </p15:guide>
        <p15:guide id="37" pos="7679">
          <p15:clr>
            <a:srgbClr val="F26B43"/>
          </p15:clr>
        </p15:guide>
        <p15:guide id="39" orient="horz" pos="645">
          <p15:clr>
            <a:srgbClr val="F26B43"/>
          </p15:clr>
        </p15:guide>
        <p15:guide id="40" orient="horz" pos="432">
          <p15:clr>
            <a:srgbClr val="F26B43"/>
          </p15:clr>
        </p15:guide>
        <p15:guide id="41" orient="horz" pos="213">
          <p15:clr>
            <a:srgbClr val="F26B43"/>
          </p15:clr>
        </p15:guide>
        <p15:guide id="42" orient="horz" pos="1941">
          <p15:clr>
            <a:srgbClr val="F26B43"/>
          </p15:clr>
        </p15:guide>
        <p15:guide id="43" orient="horz" pos="576">
          <p15:clr>
            <a:srgbClr val="F26B43"/>
          </p15:clr>
        </p15:guide>
        <p15:guide id="44" orient="horz" pos="1725">
          <p15:clr>
            <a:srgbClr val="F26B43"/>
          </p15:clr>
        </p15:guide>
        <p15:guide id="45" orient="horz" pos="1509">
          <p15:clr>
            <a:srgbClr val="F26B43"/>
          </p15:clr>
        </p15:guide>
        <p15:guide id="46" orient="horz" pos="1293">
          <p15:clr>
            <a:srgbClr val="F26B43"/>
          </p15:clr>
        </p15:guide>
        <p15:guide id="47" orient="horz" pos="3021">
          <p15:clr>
            <a:srgbClr val="F26B43"/>
          </p15:clr>
        </p15:guide>
        <p15:guide id="48" orient="horz" pos="3237">
          <p15:clr>
            <a:srgbClr val="F26B43"/>
          </p15:clr>
        </p15:guide>
        <p15:guide id="49" orient="horz" pos="2808">
          <p15:clr>
            <a:srgbClr val="F26B43"/>
          </p15:clr>
        </p15:guide>
        <p15:guide id="50" orient="horz" pos="2589">
          <p15:clr>
            <a:srgbClr val="F26B43"/>
          </p15:clr>
        </p15:guide>
        <p15:guide id="51" orient="horz" pos="2373">
          <p15:clr>
            <a:srgbClr val="F26B43"/>
          </p15:clr>
        </p15:guide>
        <p15:guide id="53" orient="horz" pos="3885">
          <p15:clr>
            <a:srgbClr val="F26B43"/>
          </p15:clr>
        </p15:guide>
        <p15:guide id="54" orient="horz" pos="3669">
          <p15:clr>
            <a:srgbClr val="F26B43"/>
          </p15:clr>
        </p15:guide>
        <p15:guide id="55" orient="horz" pos="3453">
          <p15:clr>
            <a:srgbClr val="F26B43"/>
          </p15:clr>
        </p15:guide>
        <p15:guide id="56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9B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Data Training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200400" cy="0"/>
          </a:xfrm>
          <a:prstGeom prst="line">
            <a:avLst/>
          </a:prstGeom>
          <a:noFill/>
          <a:ln w="1905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B3CC"/>
                </a:solidFill>
              </a:rPr>
              <a:t>Duration: </a:t>
            </a:r>
            <a:r>
              <a:rPr lang="en-US" sz="1300" dirty="0">
                <a:solidFill>
                  <a:srgbClr val="7A96B0"/>
                </a:solidFill>
              </a:rPr>
              <a:t>1 – 1.5 hrs  </a:t>
            </a:r>
            <a:r>
              <a:rPr lang="en-US" sz="1300" b="1" dirty="0">
                <a:solidFill>
                  <a:srgbClr val="9BB3CC"/>
                </a:solidFill>
              </a:rPr>
              <a:t>  Format: </a:t>
            </a:r>
            <a:r>
              <a:rPr lang="en-US" sz="1300" dirty="0">
                <a:solidFill>
                  <a:srgbClr val="7A96B0"/>
                </a:solidFill>
              </a:rPr>
              <a:t>Theory + Hands-on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2926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68680"/>
            <a:ext cx="855878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1005840"/>
            <a:ext cx="4206240" cy="804672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1005840"/>
            <a:ext cx="54864" cy="80467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8A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What is NoSQL?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Definition, motivation, SQL vs NoSQL comparison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36592" y="1005840"/>
            <a:ext cx="4206240" cy="804672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36592" y="1005840"/>
            <a:ext cx="54864" cy="80467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01184" y="10058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8A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9824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Evolution &amp; History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9824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From RDBMS to web-scale distributed systems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" y="1965960"/>
            <a:ext cx="4206240" cy="804672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2608" y="1965960"/>
            <a:ext cx="54864" cy="80467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19659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8A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057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NoSQL Data Models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Document, Key-Value, Wide-Column, Graph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592" y="1965960"/>
            <a:ext cx="4206240" cy="804672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36592" y="1965960"/>
            <a:ext cx="54864" cy="80467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01184" y="19659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8A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9824" y="2057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Famous NoSQL Databases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9824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MongoDB, Redis, Cassandra, Neo4j &amp;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" y="2926080"/>
            <a:ext cx="4206240" cy="804672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92608" y="2926080"/>
            <a:ext cx="54864" cy="80467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9260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8A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30175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CAP Theorem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355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Consistency, Availability, Partition Tolerance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36592" y="2926080"/>
            <a:ext cx="4206240" cy="804672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36592" y="2926080"/>
            <a:ext cx="54864" cy="80467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1184" y="29260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8A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9824" y="30175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When to Use NoSQL?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9824" y="3355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Decision framework &amp; real-world use cases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2608" y="3886200"/>
            <a:ext cx="8558784" cy="804672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92608" y="3886200"/>
            <a:ext cx="54864" cy="80467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38862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8A"/>
                </a:solidFill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05840" y="3977640"/>
            <a:ext cx="7735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Hands-on Lab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05840" y="4315968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MongoDB &amp; Redis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2926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NoSQL?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68680"/>
            <a:ext cx="855878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987552"/>
            <a:ext cx="8558784" cy="822960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987552"/>
            <a:ext cx="54864" cy="82296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9875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8A"/>
                </a:solidFill>
              </a:rPr>
              <a:t>NoSQL</a:t>
            </a:r>
            <a:r>
              <a:rPr lang="en-US" sz="1350" dirty="0">
                <a:solidFill>
                  <a:srgbClr val="374151"/>
                </a:solidFill>
              </a:rPr>
              <a:t> = "Not Only SQL"  databases designed to handle </a:t>
            </a:r>
            <a:r>
              <a:rPr lang="en-US" sz="1350" b="1" dirty="0">
                <a:solidFill>
                  <a:srgbClr val="1B2A4A"/>
                </a:solidFill>
              </a:rPr>
              <a:t>large volumes of unstructured or semi-structured data</a:t>
            </a:r>
            <a:r>
              <a:rPr lang="en-US" sz="1350" dirty="0">
                <a:solidFill>
                  <a:srgbClr val="374151"/>
                </a:solidFill>
              </a:rPr>
              <a:t> that don't fit neatly into relational tables.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92608" y="1965960"/>
            <a:ext cx="4069080" cy="3474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9659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Relational (SQL)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82312" y="1965960"/>
            <a:ext cx="4069080" cy="34747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82312" y="19659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" y="2331720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2331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Fixed schema - tables, rows, columns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82312" y="2331720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28616" y="2331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Schema-less design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2608" y="2807208"/>
            <a:ext cx="4069080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28072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ACID transactions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82312" y="2807208"/>
            <a:ext cx="4069080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28616" y="28072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Eventual consistency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92608" y="3282696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32826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Vertical scaling (scale-up)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82312" y="3282696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28616" y="32826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Horizontal scaling (scale-out)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92608" y="3758184"/>
            <a:ext cx="4069080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8912" y="37581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Excellent for relational data with joins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82312" y="3758184"/>
            <a:ext cx="4069080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28616" y="37581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Handles unstructured &amp; big data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92608" y="4233672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" y="42336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SQL as the universal query language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82312" y="4233672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28616" y="42336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Query language varies by DB type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2926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NoSQL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68680"/>
            <a:ext cx="855878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H="1">
            <a:off x="1502611" y="1005840"/>
            <a:ext cx="5347" cy="3749037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62456" y="1005840"/>
            <a:ext cx="292608" cy="29260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9144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6B8A"/>
                </a:solidFill>
              </a:rPr>
              <a:t>1970s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028699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Relational Era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86200" y="9326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Edgar Codd's relational model. SQL databases (Oracle, MySQL) dominate enterprise computing.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62456" y="1581912"/>
            <a:ext cx="292608" cy="29260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" y="14904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6B8A"/>
                </a:solidFill>
              </a:rPr>
              <a:t>1990s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6139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Web Explosion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Internet boom. Web apps needed to store billions of rows - RDBMS started showing cracks at scale.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62456" y="2157984"/>
            <a:ext cx="292608" cy="29260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1168" y="206654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6B8A"/>
                </a:solidFill>
              </a:rPr>
              <a:t>2004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1899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Google Bigtable Paper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86200" y="2084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Wide-column store powering Search, Maps &amp; Gmail at massive scale. Inspired many NoSQL systems.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62456" y="2734056"/>
            <a:ext cx="292608" cy="29260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1168" y="264261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6B8A"/>
                </a:solidFill>
              </a:rPr>
              <a:t>2007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2761585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Amazon Dynamo Paper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26609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Introduced key-value store with eventual consistency and high availability over strong consistency.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62456" y="3310128"/>
            <a:ext cx="292608" cy="29260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1168" y="32186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6B8A"/>
                </a:solidFill>
              </a:rPr>
              <a:t>2009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3421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NoSQL Goes Open Source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86200" y="32369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Term 'NoSQL' popularised. MongoDB, Redis, Cassandra released. Open-source movement takes off.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62456" y="3886200"/>
            <a:ext cx="292608" cy="29260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1168" y="379476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6B8A"/>
                </a:solidFill>
              </a:rPr>
              <a:t>2010s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3922679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Cloud &amp; Mainstream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86200" y="3813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AWS DynamoDB, Azure CosmosDB. Every tech company adopts at least one NoSQL database.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62456" y="4462272"/>
            <a:ext cx="292608" cy="29260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01168" y="437083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6B8A"/>
                </a:solidFill>
              </a:rPr>
              <a:t>2020s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20240" y="4488083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Multi-Model &amp; NewSQL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86200" y="4389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CockroachDB, PlanetScale, FaunaDB. SQL semantics with NoSQL scalability.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1095C-8D20-6FAE-9BB4-AE4488ED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E9AEF1-C2CB-A5B5-A567-9C24DD6EEDE3}"/>
              </a:ext>
            </a:extLst>
          </p:cNvPr>
          <p:cNvSpPr/>
          <p:nvPr/>
        </p:nvSpPr>
        <p:spPr>
          <a:xfrm>
            <a:off x="-1741" y="0"/>
            <a:ext cx="109728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326C1A-9F5A-51DA-5BFA-1643C6CC3A97}"/>
              </a:ext>
            </a:extLst>
          </p:cNvPr>
          <p:cNvSpPr/>
          <p:nvPr/>
        </p:nvSpPr>
        <p:spPr>
          <a:xfrm>
            <a:off x="292608" y="183751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 Models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7F598B5-3DE2-B7B5-660D-CBC3C99C642B}"/>
              </a:ext>
            </a:extLst>
          </p:cNvPr>
          <p:cNvSpPr/>
          <p:nvPr/>
        </p:nvSpPr>
        <p:spPr>
          <a:xfrm>
            <a:off x="292608" y="759823"/>
            <a:ext cx="855878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CC38DC0-C03F-6B5E-974D-3A35452982C9}"/>
              </a:ext>
            </a:extLst>
          </p:cNvPr>
          <p:cNvSpPr/>
          <p:nvPr/>
        </p:nvSpPr>
        <p:spPr>
          <a:xfrm>
            <a:off x="4901184" y="878695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Key-Value Store</a:t>
            </a:r>
            <a:endParaRPr lang="en-US" sz="1300" dirty="0"/>
          </a:p>
        </p:txBody>
      </p:sp>
      <p:sp>
        <p:nvSpPr>
          <p:cNvPr id="37" name="AutoShape 2" descr="Comparing NoSQL database types">
            <a:extLst>
              <a:ext uri="{FF2B5EF4-FFF2-40B4-BE49-F238E27FC236}">
                <a16:creationId xmlns:a16="http://schemas.microsoft.com/office/drawing/2014/main" id="{7987BEC5-31FD-90CE-8A1E-57DB9B91FA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74207D4-CC5F-ADE1-805E-5C243718BC0D}"/>
              </a:ext>
            </a:extLst>
          </p:cNvPr>
          <p:cNvGrpSpPr/>
          <p:nvPr/>
        </p:nvGrpSpPr>
        <p:grpSpPr>
          <a:xfrm>
            <a:off x="1182792" y="805544"/>
            <a:ext cx="6473616" cy="4228177"/>
            <a:chOff x="886559" y="915323"/>
            <a:chExt cx="6473616" cy="4228177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085A80E2-366E-77CE-19E4-DCE96C158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0391" b="49667"/>
            <a:stretch>
              <a:fillRect/>
            </a:stretch>
          </p:blipFill>
          <p:spPr>
            <a:xfrm>
              <a:off x="886559" y="915323"/>
              <a:ext cx="3159352" cy="213698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BBE13599-4C6B-A719-46BD-B23DF8B4A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9573" b="49666"/>
            <a:stretch>
              <a:fillRect/>
            </a:stretch>
          </p:blipFill>
          <p:spPr>
            <a:xfrm>
              <a:off x="4148782" y="915323"/>
              <a:ext cx="3211393" cy="2136991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A643E70-C133-41AB-0576-D70F7DC0B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1072" r="50391" b="1514"/>
            <a:stretch>
              <a:fillRect/>
            </a:stretch>
          </p:blipFill>
          <p:spPr>
            <a:xfrm>
              <a:off x="886559" y="3130455"/>
              <a:ext cx="3159351" cy="2013045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23BF1ED-0DA7-13AA-72AF-C050A79DE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9573" t="51340" b="1246"/>
            <a:stretch>
              <a:fillRect/>
            </a:stretch>
          </p:blipFill>
          <p:spPr>
            <a:xfrm>
              <a:off x="4148781" y="3130455"/>
              <a:ext cx="3211393" cy="20130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6330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050F1-E8B8-07C3-F34A-4F869B583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56244C-1EE2-8B77-2251-A5E4EFFF6096}"/>
              </a:ext>
            </a:extLst>
          </p:cNvPr>
          <p:cNvSpPr/>
          <p:nvPr/>
        </p:nvSpPr>
        <p:spPr>
          <a:xfrm>
            <a:off x="-1741" y="0"/>
            <a:ext cx="109728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38F264E-691D-3C69-0D40-2703F1EF4C7F}"/>
              </a:ext>
            </a:extLst>
          </p:cNvPr>
          <p:cNvSpPr/>
          <p:nvPr/>
        </p:nvSpPr>
        <p:spPr>
          <a:xfrm>
            <a:off x="4901184" y="878695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Key-Value Store</a:t>
            </a:r>
            <a:endParaRPr lang="en-US" sz="1300" dirty="0"/>
          </a:p>
        </p:txBody>
      </p:sp>
      <p:sp>
        <p:nvSpPr>
          <p:cNvPr id="37" name="AutoShape 2" descr="Comparing NoSQL database types">
            <a:extLst>
              <a:ext uri="{FF2B5EF4-FFF2-40B4-BE49-F238E27FC236}">
                <a16:creationId xmlns:a16="http://schemas.microsoft.com/office/drawing/2014/main" id="{96E87F13-B20F-744B-46E5-309D1C58BF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49DE91-E9BF-733A-86B8-36F2DDAC57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25" r="200"/>
          <a:stretch>
            <a:fillRect/>
          </a:stretch>
        </p:blipFill>
        <p:spPr>
          <a:xfrm>
            <a:off x="705114" y="132919"/>
            <a:ext cx="7428971" cy="464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3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NoSQL Databases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763325"/>
            <a:ext cx="855878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868282"/>
            <a:ext cx="2724912" cy="1801365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92608" y="868282"/>
            <a:ext cx="2724912" cy="54864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0624" y="97801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MongoDB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0624" y="1343770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34377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Document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0624" y="161809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8A"/>
                </a:solidFill>
              </a:rPr>
              <a:t>#1 NoSQL DB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" y="187412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Flexible JSON documents, rich query language, Atlas cloud platform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" y="2340466"/>
            <a:ext cx="24688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" y="237704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Used by: Airbnb, eBay, Adobe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868282"/>
            <a:ext cx="2724912" cy="1801365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868282"/>
            <a:ext cx="2724912" cy="54864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28416" y="97801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Redis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28416" y="1343770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28416" y="134377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Key-Value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28416" y="161809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8A"/>
                </a:solidFill>
              </a:rPr>
              <a:t>In-memory speed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28416" y="187412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Sub-millisecond latency, pub/sub, streams, Lua scripting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28416" y="2340466"/>
            <a:ext cx="24688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28416" y="237704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Used by: Twitter, GitHub, Shopify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08192" y="868282"/>
            <a:ext cx="2724912" cy="1801361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08192" y="868282"/>
            <a:ext cx="2724912" cy="54864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36208" y="97801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Cassandra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36208" y="1343770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36208" y="134377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Wide-Column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36208" y="161809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8A"/>
                </a:solidFill>
              </a:rPr>
              <a:t>Massive scale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36208" y="187412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Linear scalability, no single point of failure, write-heavy workloads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36208" y="2340466"/>
            <a:ext cx="24688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36208" y="237704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Used by: Netflix, Apple, Instagram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92608" y="2879962"/>
            <a:ext cx="2724912" cy="1801368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92608" y="2879962"/>
            <a:ext cx="2724912" cy="54864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0624" y="298969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Neo4j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20624" y="3355450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0624" y="335545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Graph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0624" y="362977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8A"/>
                </a:solidFill>
              </a:rPr>
              <a:t>#1 Graph DB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0624" y="388580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Cypher query language, ACID compliant, native graph storage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0624" y="4352146"/>
            <a:ext cx="24688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20624" y="438872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Used by: LinkedIn, NASA, Walmart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0" y="2879962"/>
            <a:ext cx="2724912" cy="1801365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200400" y="2879962"/>
            <a:ext cx="2724912" cy="54864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328416" y="298969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DynamoDB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328416" y="3355450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328416" y="335545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Key-Value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28416" y="362977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8A"/>
                </a:solidFill>
              </a:rPr>
              <a:t>Serverless AWS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28416" y="388580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Fully managed, single-digit ms latency, on-demand pricing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328416" y="4352146"/>
            <a:ext cx="24688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328416" y="438872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Used by: Amazon, Lyft, Nike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08192" y="2879962"/>
            <a:ext cx="2724912" cy="1801361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108192" y="2879962"/>
            <a:ext cx="2724912" cy="54864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36208" y="298969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Elasticsearch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6236208" y="3355450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236208" y="335545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Document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36208" y="362977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8A"/>
                </a:solidFill>
              </a:rPr>
              <a:t>Full-text search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36208" y="388580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REST API, inverted index, near real-time search and analytics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36208" y="4352146"/>
            <a:ext cx="24688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236208" y="438872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Used by: Wikipedia, GitHub, Uber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2926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Theorem &amp; Trade-offs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68680"/>
            <a:ext cx="855878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941832"/>
            <a:ext cx="8558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A distributed system can guarantee at most 2 of these 3 properties simultaneously.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1444752"/>
            <a:ext cx="2697480" cy="1527048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269748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 - Consistency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2336" y="195681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Every read receives the most recent write or an error.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B8A"/>
                </a:solidFill>
              </a:rPr>
              <a:t>e.g. MongoDB, HBase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444752"/>
            <a:ext cx="2697480" cy="1527048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444752"/>
            <a:ext cx="269748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28416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 - Availability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28416" y="195681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Every request receives a response (not guaranteed latest).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28416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B8A"/>
                </a:solidFill>
              </a:rPr>
              <a:t>e.g. Cassandra, DynamoDB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4768" y="1444752"/>
            <a:ext cx="2697480" cy="1527048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44768" y="1444752"/>
            <a:ext cx="269748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54496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 - Partition Tolerance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54496" y="195681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System continues despite network failures between nodes.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54496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B8A"/>
                </a:solidFill>
              </a:rPr>
              <a:t>e.g. Redis Cluster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" y="3145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In practice — pick any two:</a:t>
            </a:r>
            <a:endParaRPr lang="en-US" sz="11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7789B5E-45D1-DD17-FFBB-144D276BCC32}"/>
              </a:ext>
            </a:extLst>
          </p:cNvPr>
          <p:cNvGrpSpPr/>
          <p:nvPr/>
        </p:nvGrpSpPr>
        <p:grpSpPr>
          <a:xfrm>
            <a:off x="292608" y="3498574"/>
            <a:ext cx="8558784" cy="1243584"/>
            <a:chOff x="292608" y="3498574"/>
            <a:chExt cx="8558784" cy="1243584"/>
          </a:xfrm>
        </p:grpSpPr>
        <p:sp>
          <p:nvSpPr>
            <p:cNvPr id="22" name="Shape 20"/>
            <p:cNvSpPr/>
            <p:nvPr/>
          </p:nvSpPr>
          <p:spPr>
            <a:xfrm>
              <a:off x="292608" y="3498574"/>
              <a:ext cx="8558784" cy="384048"/>
            </a:xfrm>
            <a:prstGeom prst="rect">
              <a:avLst/>
            </a:prstGeom>
            <a:solidFill>
              <a:srgbClr val="F8F9FB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438912" y="3498574"/>
              <a:ext cx="30175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A6B8A"/>
                  </a:solidFill>
                </a:rPr>
                <a:t>CA  (Consistency + Availability)</a:t>
              </a:r>
              <a:endParaRPr lang="en-US" sz="10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493008" y="3498574"/>
              <a:ext cx="523036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74151"/>
                  </a:solidFill>
                </a:rPr>
                <a:t>No partition tolerance — works only in single-node systems. PostgreSQL, MySQL.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292608" y="3928342"/>
              <a:ext cx="8558784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438912" y="3928342"/>
              <a:ext cx="30175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A6B8A"/>
                  </a:solidFill>
                </a:rPr>
                <a:t>CP  (Consistency + Partition Tolerance)</a:t>
              </a:r>
              <a:endParaRPr lang="en-US" sz="10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3493008" y="3928342"/>
              <a:ext cx="523036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74151"/>
                  </a:solidFill>
                </a:rPr>
                <a:t>May reject requests to stay consistent. MongoDB, HBase.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292608" y="4358110"/>
              <a:ext cx="8558784" cy="384048"/>
            </a:xfrm>
            <a:prstGeom prst="rect">
              <a:avLst/>
            </a:prstGeom>
            <a:solidFill>
              <a:srgbClr val="F8F9FB"/>
            </a:solidFill>
            <a:ln w="635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438912" y="4358110"/>
              <a:ext cx="30175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A6B8A"/>
                  </a:solidFill>
                </a:rPr>
                <a:t>AP  (Availability + Partition Tolerance)</a:t>
              </a:r>
              <a:endParaRPr lang="en-US" sz="10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493008" y="4358110"/>
              <a:ext cx="523036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74151"/>
                  </a:solidFill>
                </a:rPr>
                <a:t>Returns best-effort data; eventual consistency. Cassandra, DynamoDB, CouchDB.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2926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NoSQL?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68680"/>
            <a:ext cx="855878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987552"/>
            <a:ext cx="4114800" cy="36576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87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 NoSQL When…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36592" y="987552"/>
            <a:ext cx="4114800" cy="3657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36592" y="987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Stick with SQL When…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" y="1371600"/>
            <a:ext cx="4114800" cy="448056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" y="1371600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✓  Schema changes frequently (agile teams)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36592" y="1371600"/>
            <a:ext cx="4114800" cy="448056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1371600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✕  Data is highly relational with frequent joins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" y="1874520"/>
            <a:ext cx="41148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" y="1874520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✓  Need horizontal scaling across many servers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36592" y="1874520"/>
            <a:ext cx="41148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64608" y="1874520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✕  ACID compliance is non-negotiable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2377440"/>
            <a:ext cx="4114800" cy="448056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" y="2377440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✓  Handling millions of requests per second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36592" y="2377440"/>
            <a:ext cx="4114800" cy="448056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64608" y="2377440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✕  Transactions span multiple entities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" y="2880360"/>
            <a:ext cx="41148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0624" y="2880360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✓  Data is document-like, hierarchical, or graph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36592" y="2880360"/>
            <a:ext cx="41148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64608" y="2880360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✕  Team has deep SQL expertise already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" y="3383280"/>
            <a:ext cx="4114800" cy="448056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" y="3383280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✓  Sub-millisecond latency needed (cache, sessions)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2" y="3383280"/>
            <a:ext cx="4114800" cy="448056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64608" y="3383280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✕  Regulatory compliance requires strict consistency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608" y="3886200"/>
            <a:ext cx="41148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0624" y="3886200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✓  Real-time event streams or time-series data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36592" y="3886200"/>
            <a:ext cx="41148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64608" y="3886200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✕  Primary use case is BI reporting &amp;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2926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68680"/>
            <a:ext cx="855878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987552"/>
            <a:ext cx="4114800" cy="1099664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987552"/>
            <a:ext cx="54864" cy="109966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0789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Netflix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12848" y="1078992"/>
            <a:ext cx="2029968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12848" y="10789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6B8A"/>
                </a:solidFill>
              </a:rPr>
              <a:t>Cassandra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148132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Stores viewing history &amp; preferences for 200M+ users. Handles 1M+ writes per second with no downtime.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592" y="987552"/>
            <a:ext cx="4114800" cy="1099655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36592" y="987552"/>
            <a:ext cx="54864" cy="1099646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10789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Uber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56832" y="1078992"/>
            <a:ext cx="2029968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56832" y="10789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6B8A"/>
                </a:solidFill>
              </a:rPr>
              <a:t>Redis + MySQL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19472" y="148132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Redis tracks real-time driver/rider locations. MySQL handles trips, billing, and account data.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" y="2271158"/>
            <a:ext cx="4114800" cy="1099664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236259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LinkedIn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12848" y="2362598"/>
            <a:ext cx="2029968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12848" y="235345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6B8A"/>
                </a:solidFill>
              </a:rPr>
              <a:t>Espresso + Voldemort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2764934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Member profiles and connections at 900M+ users. Custom NoSQL systems built in-house for scale.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2266522"/>
            <a:ext cx="4114800" cy="1099655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36592" y="2266522"/>
            <a:ext cx="54864" cy="1099655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235796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Airbnb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56832" y="2357962"/>
            <a:ext cx="2029968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56832" y="236259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6B8A"/>
                </a:solidFill>
              </a:rPr>
              <a:t>MongoDB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19472" y="276029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Flexible listing data — each listing has different attributes. Schema-free design is a perfect fit.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2608" y="3545488"/>
            <a:ext cx="4114800" cy="1099664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" y="36369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Twitter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212848" y="3636928"/>
            <a:ext cx="2029968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12848" y="3641199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6B8A"/>
                </a:solidFill>
              </a:rPr>
              <a:t>Redis + Cassandra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4039264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Timelines cached in Redis for speed. Tweet storage and search powered by Cassandra and Elasticsearch.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36592" y="3564972"/>
            <a:ext cx="4114800" cy="1099655"/>
          </a:xfrm>
          <a:prstGeom prst="rect">
            <a:avLst/>
          </a:prstGeom>
          <a:solidFill>
            <a:srgbClr val="F8F9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36592" y="3564972"/>
            <a:ext cx="54864" cy="1099655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19472" y="36564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WhatsApp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656832" y="3648174"/>
            <a:ext cx="2029968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56832" y="36306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6B8A"/>
                </a:solidFill>
              </a:rPr>
              <a:t>Mnesia (Erlang KV)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19472" y="405874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Custom distributed key-value store. Billions of messages with low-latency, without SQL overhead.</a:t>
            </a:r>
            <a:endParaRPr lang="en-US" sz="1000" dirty="0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7A050644-8E6B-AE1E-2448-EC0BC78C8833}"/>
              </a:ext>
            </a:extLst>
          </p:cNvPr>
          <p:cNvSpPr/>
          <p:nvPr/>
        </p:nvSpPr>
        <p:spPr>
          <a:xfrm>
            <a:off x="298727" y="2266522"/>
            <a:ext cx="54864" cy="109966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D102541B-F548-6C48-D92A-B9FD9C3C485A}"/>
              </a:ext>
            </a:extLst>
          </p:cNvPr>
          <p:cNvSpPr/>
          <p:nvPr/>
        </p:nvSpPr>
        <p:spPr>
          <a:xfrm>
            <a:off x="301752" y="3540848"/>
            <a:ext cx="54864" cy="109966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NoSQL Cheat Sheet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731520"/>
            <a:ext cx="855878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92608" y="894328"/>
            <a:ext cx="141732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8943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Database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09928" y="894328"/>
            <a:ext cx="118872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64792" y="894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Type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98648" y="894328"/>
            <a:ext cx="187452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53512" y="8943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Best For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73168" y="894328"/>
            <a:ext cx="214884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28032" y="8943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Query Language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22008" y="894328"/>
            <a:ext cx="1929384" cy="38404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76872" y="894328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Managed Cloud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" y="1296664"/>
            <a:ext cx="141732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12966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MongoDB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09928" y="1296664"/>
            <a:ext cx="118872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64792" y="129666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Document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98648" y="1296664"/>
            <a:ext cx="187452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53512" y="12966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Flexible APIs, CMS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73168" y="1296664"/>
            <a:ext cx="214884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28032" y="129666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MongoDB Query Language (MQL)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22008" y="1296664"/>
            <a:ext cx="1929384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76872" y="1296664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Atlas (MongoDB)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" y="1881880"/>
            <a:ext cx="1417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1881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Redis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09928" y="1881880"/>
            <a:ext cx="1188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764792" y="1881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Key-Value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98648" y="1881880"/>
            <a:ext cx="1874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53512" y="1881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Cache, sessions, queues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1881880"/>
            <a:ext cx="2148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28032" y="188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Redis Commands (SET/GET…)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22008" y="1881880"/>
            <a:ext cx="192938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76872" y="18818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Redis Cloud, ElastiCache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2608" y="2467096"/>
            <a:ext cx="141732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7472" y="246709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Cassandra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709928" y="2467096"/>
            <a:ext cx="118872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764792" y="246709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Wide-Column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98648" y="2467096"/>
            <a:ext cx="187452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953512" y="24670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High write throughput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73168" y="2467096"/>
            <a:ext cx="214884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28032" y="246709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CQL (Cassandra Query Lang.)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22008" y="2467096"/>
            <a:ext cx="1929384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76872" y="2467096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Astra DB (DataStax)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92608" y="3052312"/>
            <a:ext cx="1417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7472" y="305231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Neo4j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709928" y="3052312"/>
            <a:ext cx="1188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764792" y="30523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Graph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98648" y="3052312"/>
            <a:ext cx="1874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953512" y="305231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Relationships, traversal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73168" y="3052312"/>
            <a:ext cx="2148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28032" y="305231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Cypher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22008" y="3052312"/>
            <a:ext cx="192938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976872" y="3052312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AuraDB (Neo4j)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92608" y="3637528"/>
            <a:ext cx="141732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47472" y="36375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DynamoDB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709928" y="3637528"/>
            <a:ext cx="118872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764792" y="36375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Key-Value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898648" y="3637528"/>
            <a:ext cx="187452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953512" y="3637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Serverless on AWS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73168" y="3637528"/>
            <a:ext cx="214884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828032" y="363752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DynamoDB API / PartiQL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922008" y="3637528"/>
            <a:ext cx="1929384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976872" y="3637528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AWS DynamoDB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92608" y="4222744"/>
            <a:ext cx="1417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47472" y="422274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Elasticsearch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709928" y="4222744"/>
            <a:ext cx="1188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764792" y="422274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Document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898648" y="4222744"/>
            <a:ext cx="1874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953512" y="422274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Full-text search, logs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773168" y="4222744"/>
            <a:ext cx="2148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828032" y="42227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REST / Query DSL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922008" y="4222744"/>
            <a:ext cx="192938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976872" y="4222744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Elastic Cloud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9AD96-F4D2-8C3E-F06F-D74240944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9BB37C-2C7B-D284-5627-538C2B8A90D6}"/>
              </a:ext>
            </a:extLst>
          </p:cNvPr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C073DD-407E-0AA5-D1D2-97EEF05996C7}"/>
              </a:ext>
            </a:extLst>
          </p:cNvPr>
          <p:cNvSpPr/>
          <p:nvPr/>
        </p:nvSpPr>
        <p:spPr>
          <a:xfrm>
            <a:off x="180151" y="248251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4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A56003E6-3839-9D65-CA11-9E657B6ABBBE}"/>
              </a:ext>
            </a:extLst>
          </p:cNvPr>
          <p:cNvSpPr/>
          <p:nvPr/>
        </p:nvSpPr>
        <p:spPr>
          <a:xfrm>
            <a:off x="4140276" y="3706530"/>
            <a:ext cx="4153468" cy="923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294158"/>
      </p:ext>
    </p:extLst>
  </p:cSld>
  <p:clrMapOvr>
    <a:masterClrMapping/>
  </p:clrMapOvr>
</p:sld>
</file>

<file path=ppt/theme/theme1.xml><?xml version="1.0" encoding="utf-8"?>
<a:theme xmlns:a="http://schemas.openxmlformats.org/drawingml/2006/main" name="CDW Corporate Template">
  <a:themeElements>
    <a:clrScheme name="Custom 8">
      <a:dk1>
        <a:srgbClr val="54565B"/>
      </a:dk1>
      <a:lt1>
        <a:srgbClr val="FFFFFF"/>
      </a:lt1>
      <a:dk2>
        <a:srgbClr val="EE2737"/>
      </a:dk2>
      <a:lt2>
        <a:srgbClr val="A6192E"/>
      </a:lt2>
      <a:accent1>
        <a:srgbClr val="CC0000"/>
      </a:accent1>
      <a:accent2>
        <a:srgbClr val="A6192E"/>
      </a:accent2>
      <a:accent3>
        <a:srgbClr val="3D2E2D"/>
      </a:accent3>
      <a:accent4>
        <a:srgbClr val="5E5656"/>
      </a:accent4>
      <a:accent5>
        <a:srgbClr val="888B8F"/>
      </a:accent5>
      <a:accent6>
        <a:srgbClr val="BFC1C2"/>
      </a:accent6>
      <a:hlink>
        <a:srgbClr val="EE2737"/>
      </a:hlink>
      <a:folHlink>
        <a:srgbClr val="A6192E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tx1"/>
          </a:solidFill>
          <a:round/>
          <a:headEnd w="lg" len="lg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lIns="0" tIns="0" rIns="0" bIns="0" rtlCol="0">
        <a:spAutoFit/>
      </a:bodyPr>
      <a:lstStyle>
        <a:defPPr algn="l">
          <a:lnSpc>
            <a:spcPct val="95000"/>
          </a:lnSpc>
          <a:spcBef>
            <a:spcPts val="1200"/>
          </a:spcBef>
          <a:defRPr sz="1600" dirty="0" smtClean="0">
            <a:solidFill>
              <a:schemeClr val="tx1">
                <a:lumMod val="85000"/>
                <a:lumOff val="1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Qualcomm_16x9_Executive_Template_06.04.2018_D" id="{33AEFD54-EFD7-4BCB-BE9E-8718E97D1FB5}" vid="{F8C2DC05-F10C-48E9-B37A-B8E07BD302C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CDW PowerPoint Template (1)</Template>
  <TotalTime>6081</TotalTime>
  <Words>947</Words>
  <Application>Microsoft Macintosh PowerPoint</Application>
  <PresentationFormat>On-screen Show (16:9)</PresentationFormat>
  <Paragraphs>197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Microsoft Sans Serif</vt:lpstr>
      <vt:lpstr>CDW Corporate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NoSQL Databases — A Practical Guide</dc:title>
  <dc:subject>PptxGenJS Presentation</dc:subject>
  <dc:creator>PptxGenJS</dc:creator>
  <cp:lastModifiedBy>Gnana Sarathy Alagesan</cp:lastModifiedBy>
  <cp:revision>14</cp:revision>
  <dcterms:created xsi:type="dcterms:W3CDTF">2026-04-22T07:41:51Z</dcterms:created>
  <dcterms:modified xsi:type="dcterms:W3CDTF">2026-04-26T13:15:15Z</dcterms:modified>
</cp:coreProperties>
</file>